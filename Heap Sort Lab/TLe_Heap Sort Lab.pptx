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7C6B67-04AE-46F0-7F66-8F3B79F66F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DE914A-72E4-540E-8205-696ABBC582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9B5307-7AE7-FF03-F2FF-2B6942B57F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3A88C2-215F-4746-B81A-1E5C2101DD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309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48F4DE-94FC-E2C6-B622-9EF7B2C4C7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1B5DB1-B8C6-F39F-D7D0-581C3BD4A5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FFEED1-3EBB-74AA-BB71-65317F1BA3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FB9652-1C0F-EA4D-BD1E-0FB75A7292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65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0EBBAE-8210-7ECB-6BEE-E7D3E86D34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F8D351-9591-5959-B2A4-ABC3AE4A96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08DE41-1364-3D42-C23C-F728E50626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2CD951-21E5-1C48-AD70-D4EA428A77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3890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19F8FC-B3CA-BB39-C2AA-9A09462E4A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C7F973-D629-3842-00F5-715CBD065F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8EEA8D-D285-F261-9ACA-75F203B790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AE8DDF-662F-0D4A-983F-9874FCE18B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3385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CE70CB-3CE5-4F70-5B39-6C6E966094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0CC949C-365B-B3FC-8958-BB20190CB2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AD22475-AD47-FBD3-FAB5-B339C4BF13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C8EBCE-A63E-6645-A7CA-5275ED010E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262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CDB5AEF-3F0D-92DE-76BE-827C2F354D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AE274B9-813E-AD8E-4321-FA24ECF90D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15E4C1-CDA7-1CD6-E713-3AA411B6A0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D63503-E2DD-804F-92E7-122B6504AC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8820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DAE6491-942F-2A45-414F-5A740FB7B6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BF2A6E5-38D8-E0EE-4ED8-FBD563235B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94BA88F-2E7F-5783-5290-5ECD07C745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9080A7-675A-E84F-8C30-4E8F4247D5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4591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F34AC2-8F08-B41E-5C0A-A1F44BC228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6D1D49-1E8A-24A7-30C6-C33447E9D0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223F11-CED8-A5E1-90DE-2F2A679104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22A24C-4C6F-4445-9572-F824631FAC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830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CD20FE-B36F-BB88-D98F-8E04A9A166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E5FA4-D8EE-B02F-1BB2-5CA03349E4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5ED89B-5B9C-FA10-0C36-FC6AAAC619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0C6167-5F36-7941-B9AA-5811AD34D0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8272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625C76-5A3D-379B-2C9A-9AB58976E9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68B500-4B90-3029-F717-5810554391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F7018C-636D-8576-D90A-D9EC64C789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B5A2EC-0918-8847-B884-BF81535CB9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775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12408B-C8C0-1F97-AA7A-C987623228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BD4F05-C34E-69BC-9723-6D59AE7A3D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62856-B0FA-9E17-3B14-99B0DD2422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D5CE9D-F9C6-0A48-8FEB-744F2AC372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1100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9725DCD-6231-9020-7351-ADDB9C5D6F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004BBB2-5B19-E977-E23A-F2AF1A85B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C802EE5-C199-4DA6-9111-BCFFBB9F0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2740806-8C87-4F4F-805C-041232DD1E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BEF543-045E-467D-9045-85E14EED24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8D6312A9-32F3-6E45-8C34-0F65BEAAC6D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>
            <a:extLst>
              <a:ext uri="{FF2B5EF4-FFF2-40B4-BE49-F238E27FC236}">
                <a16:creationId xmlns:a16="http://schemas.microsoft.com/office/drawing/2014/main" id="{CAA637EB-6CC2-3F75-FBA9-534B94B93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2400"/>
              <a:t>Build Heap</a:t>
            </a:r>
          </a:p>
        </p:txBody>
      </p:sp>
      <p:sp>
        <p:nvSpPr>
          <p:cNvPr id="2051" name="Rectangle 4">
            <a:extLst>
              <a:ext uri="{FF2B5EF4-FFF2-40B4-BE49-F238E27FC236}">
                <a16:creationId xmlns:a16="http://schemas.microsoft.com/office/drawing/2014/main" id="{D4A8AB97-6C98-FE72-C106-470ECD8DEE98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066800" y="1524000"/>
            <a:ext cx="6400800" cy="1752600"/>
          </a:xfrm>
          <a:noFill/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600" dirty="0"/>
              <a:t>Let index = length/2-1.  This is the parent of the last node in the tree, i.e. list[index + 1] . . . list[length-1] are leaves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600" dirty="0"/>
              <a:t>Convert the subtree with root of list[index] into a heap.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lphaLcPeriod"/>
            </a:pPr>
            <a:r>
              <a:rPr lang="en-US" altLang="en-US" sz="1600" dirty="0"/>
              <a:t>Given list[a] is root of tree, list[b] is left child (root *2 +1), list[c] is right child (root*2+2), if exists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lphaLcPeriod"/>
            </a:pPr>
            <a:r>
              <a:rPr lang="en-US" altLang="en-US" sz="1600" dirty="0"/>
              <a:t>Compare list[b] with list[c] to determine larger child, list[</a:t>
            </a:r>
            <a:r>
              <a:rPr lang="en-US" altLang="en-US" sz="1600" dirty="0" err="1"/>
              <a:t>largerIndex</a:t>
            </a:r>
            <a:r>
              <a:rPr lang="en-US" altLang="en-US" sz="1600" dirty="0"/>
              <a:t>]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lphaLcPeriod"/>
            </a:pPr>
            <a:r>
              <a:rPr lang="en-US" altLang="en-US" sz="1600" dirty="0"/>
              <a:t>Compare list[a] with list[</a:t>
            </a:r>
            <a:r>
              <a:rPr lang="en-US" altLang="en-US" sz="1600" dirty="0" err="1"/>
              <a:t>largerIndex</a:t>
            </a:r>
            <a:r>
              <a:rPr lang="en-US" altLang="en-US" sz="1600" dirty="0"/>
              <a:t>].  If list[a] &lt; list[</a:t>
            </a:r>
            <a:r>
              <a:rPr lang="en-US" altLang="en-US" sz="1600" dirty="0" err="1"/>
              <a:t>largerIndex</a:t>
            </a:r>
            <a:r>
              <a:rPr lang="en-US" altLang="en-US" sz="1600" dirty="0"/>
              <a:t>], then swap, else already a heap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lphaLcPeriod"/>
            </a:pPr>
            <a:r>
              <a:rPr lang="en-US" altLang="en-US" sz="1600" dirty="0"/>
              <a:t>If swap, repeat step 2 for the subtree of list[</a:t>
            </a:r>
            <a:r>
              <a:rPr lang="en-US" altLang="en-US" sz="1600" dirty="0" err="1"/>
              <a:t>largerIndex</a:t>
            </a:r>
            <a:r>
              <a:rPr lang="en-US" altLang="en-US" sz="1600" dirty="0"/>
              <a:t>]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600" dirty="0"/>
              <a:t>Convert the subtree with the root of list[index-1] into a heap, repeat until list[0]</a:t>
            </a:r>
          </a:p>
        </p:txBody>
      </p:sp>
      <p:sp>
        <p:nvSpPr>
          <p:cNvPr id="2052" name="Text Box 6">
            <a:extLst>
              <a:ext uri="{FF2B5EF4-FFF2-40B4-BE49-F238E27FC236}">
                <a16:creationId xmlns:a16="http://schemas.microsoft.com/office/drawing/2014/main" id="{BF6E646E-67DC-1E84-30E7-91F930D43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676775"/>
            <a:ext cx="1557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Heap Sort</a:t>
            </a:r>
          </a:p>
        </p:txBody>
      </p:sp>
      <p:sp>
        <p:nvSpPr>
          <p:cNvPr id="2053" name="Text Box 7">
            <a:extLst>
              <a:ext uri="{FF2B5EF4-FFF2-40B4-BE49-F238E27FC236}">
                <a16:creationId xmlns:a16="http://schemas.microsoft.com/office/drawing/2014/main" id="{63702B86-1587-7864-9C34-67E94F219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410200"/>
            <a:ext cx="51625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 dirty="0"/>
              <a:t>Swap the root with the end of the list.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 dirty="0" err="1"/>
              <a:t>Heapify</a:t>
            </a:r>
            <a:r>
              <a:rPr lang="en-US" altLang="en-US" sz="1800" dirty="0"/>
              <a:t> the list up to but not including the root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 dirty="0"/>
              <a:t>Repeat until there is only one node in the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7">
            <a:extLst>
              <a:ext uri="{FF2B5EF4-FFF2-40B4-BE49-F238E27FC236}">
                <a16:creationId xmlns:a16="http://schemas.microsoft.com/office/drawing/2014/main" id="{FF969E57-48CE-74C8-7EED-8FBC23A31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52400"/>
            <a:ext cx="6115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Simulate the heapsort algorithm manually to sort the array:</a:t>
            </a:r>
          </a:p>
        </p:txBody>
      </p:sp>
      <p:sp>
        <p:nvSpPr>
          <p:cNvPr id="3075" name="Text Box 19">
            <a:extLst>
              <a:ext uri="{FF2B5EF4-FFF2-40B4-BE49-F238E27FC236}">
                <a16:creationId xmlns:a16="http://schemas.microsoft.com/office/drawing/2014/main" id="{E70C07DB-8E92-4E3B-B022-85B3939A6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22796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Show all steps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/>
              <a:t>Make into a heap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/>
              <a:t>Sort</a:t>
            </a:r>
          </a:p>
        </p:txBody>
      </p:sp>
      <p:sp>
        <p:nvSpPr>
          <p:cNvPr id="3076" name="Rectangle 21">
            <a:extLst>
              <a:ext uri="{FF2B5EF4-FFF2-40B4-BE49-F238E27FC236}">
                <a16:creationId xmlns:a16="http://schemas.microsoft.com/office/drawing/2014/main" id="{3C69BA9F-45AA-C2EF-E9C2-F6AC0A665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905000"/>
            <a:ext cx="547688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[ 0 ]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[ 1 ]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[ 2 ]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[ 3 ]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[ 4 ]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[ 5 ]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[ 6 ]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[ 7 ]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[ 8 ]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[ 9 ]</a:t>
            </a:r>
          </a:p>
        </p:txBody>
      </p:sp>
      <p:grpSp>
        <p:nvGrpSpPr>
          <p:cNvPr id="3077" name="Group 31">
            <a:extLst>
              <a:ext uri="{FF2B5EF4-FFF2-40B4-BE49-F238E27FC236}">
                <a16:creationId xmlns:a16="http://schemas.microsoft.com/office/drawing/2014/main" id="{53F662BF-2243-9702-9B73-F13352F445B3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828800"/>
            <a:ext cx="609600" cy="4876800"/>
            <a:chOff x="480" y="1152"/>
            <a:chExt cx="384" cy="3072"/>
          </a:xfrm>
        </p:grpSpPr>
        <p:sp>
          <p:nvSpPr>
            <p:cNvPr id="3190" name="Line 6">
              <a:extLst>
                <a:ext uri="{FF2B5EF4-FFF2-40B4-BE49-F238E27FC236}">
                  <a16:creationId xmlns:a16="http://schemas.microsoft.com/office/drawing/2014/main" id="{4CD626D4-89D0-21AF-35D3-000EEF247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1" name="Rectangle 20">
              <a:extLst>
                <a:ext uri="{FF2B5EF4-FFF2-40B4-BE49-F238E27FC236}">
                  <a16:creationId xmlns:a16="http://schemas.microsoft.com/office/drawing/2014/main" id="{1342EAB1-C9CE-269C-2CBE-91DC6F791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92" name="Line 23">
              <a:extLst>
                <a:ext uri="{FF2B5EF4-FFF2-40B4-BE49-F238E27FC236}">
                  <a16:creationId xmlns:a16="http://schemas.microsoft.com/office/drawing/2014/main" id="{32C32A5A-5A7A-E3EF-4870-0BE420308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3" name="Line 24">
              <a:extLst>
                <a:ext uri="{FF2B5EF4-FFF2-40B4-BE49-F238E27FC236}">
                  <a16:creationId xmlns:a16="http://schemas.microsoft.com/office/drawing/2014/main" id="{81038EA2-B3E8-A80A-BCEA-90D98B062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4" name="Line 25">
              <a:extLst>
                <a:ext uri="{FF2B5EF4-FFF2-40B4-BE49-F238E27FC236}">
                  <a16:creationId xmlns:a16="http://schemas.microsoft.com/office/drawing/2014/main" id="{4354C551-5907-CD0F-05AE-0836FE1BCD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" name="Line 26">
              <a:extLst>
                <a:ext uri="{FF2B5EF4-FFF2-40B4-BE49-F238E27FC236}">
                  <a16:creationId xmlns:a16="http://schemas.microsoft.com/office/drawing/2014/main" id="{581C5AA1-CD23-B4C7-1686-E9AD84922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6" name="Line 27">
              <a:extLst>
                <a:ext uri="{FF2B5EF4-FFF2-40B4-BE49-F238E27FC236}">
                  <a16:creationId xmlns:a16="http://schemas.microsoft.com/office/drawing/2014/main" id="{E3289359-8C7E-5A69-9CF6-E352FF4C3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7" name="Line 28">
              <a:extLst>
                <a:ext uri="{FF2B5EF4-FFF2-40B4-BE49-F238E27FC236}">
                  <a16:creationId xmlns:a16="http://schemas.microsoft.com/office/drawing/2014/main" id="{C67016BD-5696-28C6-0C0F-43FE9F0DA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8" name="Line 29">
              <a:extLst>
                <a:ext uri="{FF2B5EF4-FFF2-40B4-BE49-F238E27FC236}">
                  <a16:creationId xmlns:a16="http://schemas.microsoft.com/office/drawing/2014/main" id="{9C9530FA-1FAD-B024-5A40-63C451A51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9" name="Line 30">
              <a:extLst>
                <a:ext uri="{FF2B5EF4-FFF2-40B4-BE49-F238E27FC236}">
                  <a16:creationId xmlns:a16="http://schemas.microsoft.com/office/drawing/2014/main" id="{16D65C08-65E1-4013-1A06-5C703362B4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8" name="Group 32">
            <a:extLst>
              <a:ext uri="{FF2B5EF4-FFF2-40B4-BE49-F238E27FC236}">
                <a16:creationId xmlns:a16="http://schemas.microsoft.com/office/drawing/2014/main" id="{3D5E15C2-97A3-366B-9FBC-89BDB67DAEA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828800"/>
            <a:ext cx="609600" cy="4876800"/>
            <a:chOff x="480" y="1152"/>
            <a:chExt cx="384" cy="3072"/>
          </a:xfrm>
        </p:grpSpPr>
        <p:sp>
          <p:nvSpPr>
            <p:cNvPr id="3180" name="Line 33">
              <a:extLst>
                <a:ext uri="{FF2B5EF4-FFF2-40B4-BE49-F238E27FC236}">
                  <a16:creationId xmlns:a16="http://schemas.microsoft.com/office/drawing/2014/main" id="{F45008FA-4D25-45CC-023E-1B48F8982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" name="Rectangle 34">
              <a:extLst>
                <a:ext uri="{FF2B5EF4-FFF2-40B4-BE49-F238E27FC236}">
                  <a16:creationId xmlns:a16="http://schemas.microsoft.com/office/drawing/2014/main" id="{1CFB31D7-601D-7BDF-0EDF-7402C847B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" name="Line 35">
              <a:extLst>
                <a:ext uri="{FF2B5EF4-FFF2-40B4-BE49-F238E27FC236}">
                  <a16:creationId xmlns:a16="http://schemas.microsoft.com/office/drawing/2014/main" id="{01D04E00-61A8-ED99-D01B-53A4E8FF9F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3" name="Line 36">
              <a:extLst>
                <a:ext uri="{FF2B5EF4-FFF2-40B4-BE49-F238E27FC236}">
                  <a16:creationId xmlns:a16="http://schemas.microsoft.com/office/drawing/2014/main" id="{37388F6F-3CE2-9DDE-266C-7C59A1577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" name="Line 37">
              <a:extLst>
                <a:ext uri="{FF2B5EF4-FFF2-40B4-BE49-F238E27FC236}">
                  <a16:creationId xmlns:a16="http://schemas.microsoft.com/office/drawing/2014/main" id="{DE771247-DC4F-CC93-09BD-6F1E5C566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5" name="Line 38">
              <a:extLst>
                <a:ext uri="{FF2B5EF4-FFF2-40B4-BE49-F238E27FC236}">
                  <a16:creationId xmlns:a16="http://schemas.microsoft.com/office/drawing/2014/main" id="{0F9AFCAA-0906-17B6-5E67-061707345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6" name="Line 39">
              <a:extLst>
                <a:ext uri="{FF2B5EF4-FFF2-40B4-BE49-F238E27FC236}">
                  <a16:creationId xmlns:a16="http://schemas.microsoft.com/office/drawing/2014/main" id="{1D082599-D8D2-1133-2905-08103B9A4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7" name="Line 40">
              <a:extLst>
                <a:ext uri="{FF2B5EF4-FFF2-40B4-BE49-F238E27FC236}">
                  <a16:creationId xmlns:a16="http://schemas.microsoft.com/office/drawing/2014/main" id="{62BF4076-ACED-F959-6EFA-072B3652C1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8" name="Line 41">
              <a:extLst>
                <a:ext uri="{FF2B5EF4-FFF2-40B4-BE49-F238E27FC236}">
                  <a16:creationId xmlns:a16="http://schemas.microsoft.com/office/drawing/2014/main" id="{C04A1269-DFB4-CC95-BA68-1C9196CCE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9" name="Line 42">
              <a:extLst>
                <a:ext uri="{FF2B5EF4-FFF2-40B4-BE49-F238E27FC236}">
                  <a16:creationId xmlns:a16="http://schemas.microsoft.com/office/drawing/2014/main" id="{8AA42271-AEA0-308F-AD64-D73EB7E2D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9" name="Group 43">
            <a:extLst>
              <a:ext uri="{FF2B5EF4-FFF2-40B4-BE49-F238E27FC236}">
                <a16:creationId xmlns:a16="http://schemas.microsoft.com/office/drawing/2014/main" id="{81498A9E-48B4-0570-74FD-CB3AC3D58E3C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1828800"/>
            <a:ext cx="609600" cy="4876800"/>
            <a:chOff x="480" y="1152"/>
            <a:chExt cx="384" cy="3072"/>
          </a:xfrm>
        </p:grpSpPr>
        <p:sp>
          <p:nvSpPr>
            <p:cNvPr id="3170" name="Line 44">
              <a:extLst>
                <a:ext uri="{FF2B5EF4-FFF2-40B4-BE49-F238E27FC236}">
                  <a16:creationId xmlns:a16="http://schemas.microsoft.com/office/drawing/2014/main" id="{FC192835-B7AC-EC48-F8DA-BCF811CD60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1" name="Rectangle 45">
              <a:extLst>
                <a:ext uri="{FF2B5EF4-FFF2-40B4-BE49-F238E27FC236}">
                  <a16:creationId xmlns:a16="http://schemas.microsoft.com/office/drawing/2014/main" id="{5B43C1FA-7373-9360-E653-4C7E863D3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2" name="Line 46">
              <a:extLst>
                <a:ext uri="{FF2B5EF4-FFF2-40B4-BE49-F238E27FC236}">
                  <a16:creationId xmlns:a16="http://schemas.microsoft.com/office/drawing/2014/main" id="{DB40BABF-17E0-0C04-E798-1E86E999C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3" name="Line 47">
              <a:extLst>
                <a:ext uri="{FF2B5EF4-FFF2-40B4-BE49-F238E27FC236}">
                  <a16:creationId xmlns:a16="http://schemas.microsoft.com/office/drawing/2014/main" id="{E9488105-343F-2827-4B7E-C73A84023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4" name="Line 48">
              <a:extLst>
                <a:ext uri="{FF2B5EF4-FFF2-40B4-BE49-F238E27FC236}">
                  <a16:creationId xmlns:a16="http://schemas.microsoft.com/office/drawing/2014/main" id="{28B62706-E8D6-AD8A-D570-8D276591C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" name="Line 49">
              <a:extLst>
                <a:ext uri="{FF2B5EF4-FFF2-40B4-BE49-F238E27FC236}">
                  <a16:creationId xmlns:a16="http://schemas.microsoft.com/office/drawing/2014/main" id="{49C95404-2B3E-4E45-572D-08434D143B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" name="Line 50">
              <a:extLst>
                <a:ext uri="{FF2B5EF4-FFF2-40B4-BE49-F238E27FC236}">
                  <a16:creationId xmlns:a16="http://schemas.microsoft.com/office/drawing/2014/main" id="{2F9E050C-31E1-2091-BD1E-2FFC535964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" name="Line 51">
              <a:extLst>
                <a:ext uri="{FF2B5EF4-FFF2-40B4-BE49-F238E27FC236}">
                  <a16:creationId xmlns:a16="http://schemas.microsoft.com/office/drawing/2014/main" id="{38BED551-51C1-3E02-D229-85AD55CF6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" name="Line 52">
              <a:extLst>
                <a:ext uri="{FF2B5EF4-FFF2-40B4-BE49-F238E27FC236}">
                  <a16:creationId xmlns:a16="http://schemas.microsoft.com/office/drawing/2014/main" id="{8908DDE5-1488-307B-69AF-8F410FC69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" name="Line 53">
              <a:extLst>
                <a:ext uri="{FF2B5EF4-FFF2-40B4-BE49-F238E27FC236}">
                  <a16:creationId xmlns:a16="http://schemas.microsoft.com/office/drawing/2014/main" id="{E6BF5B8D-83CF-B312-6D0D-57E66F7222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0" name="Group 54">
            <a:extLst>
              <a:ext uri="{FF2B5EF4-FFF2-40B4-BE49-F238E27FC236}">
                <a16:creationId xmlns:a16="http://schemas.microsoft.com/office/drawing/2014/main" id="{6E60F3B9-1E65-15C8-F520-6E10157CE491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1828800"/>
            <a:ext cx="609600" cy="4876800"/>
            <a:chOff x="480" y="1152"/>
            <a:chExt cx="384" cy="3072"/>
          </a:xfrm>
        </p:grpSpPr>
        <p:sp>
          <p:nvSpPr>
            <p:cNvPr id="3160" name="Line 55">
              <a:extLst>
                <a:ext uri="{FF2B5EF4-FFF2-40B4-BE49-F238E27FC236}">
                  <a16:creationId xmlns:a16="http://schemas.microsoft.com/office/drawing/2014/main" id="{4C2F665F-51DD-26F7-1EF9-3D548F441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1" name="Rectangle 56">
              <a:extLst>
                <a:ext uri="{FF2B5EF4-FFF2-40B4-BE49-F238E27FC236}">
                  <a16:creationId xmlns:a16="http://schemas.microsoft.com/office/drawing/2014/main" id="{09E5378C-4B01-0849-A987-DDD614A4C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62" name="Line 57">
              <a:extLst>
                <a:ext uri="{FF2B5EF4-FFF2-40B4-BE49-F238E27FC236}">
                  <a16:creationId xmlns:a16="http://schemas.microsoft.com/office/drawing/2014/main" id="{25A6423F-1DF2-AB5D-C1A1-0AFF97257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3" name="Line 58">
              <a:extLst>
                <a:ext uri="{FF2B5EF4-FFF2-40B4-BE49-F238E27FC236}">
                  <a16:creationId xmlns:a16="http://schemas.microsoft.com/office/drawing/2014/main" id="{60338705-9E36-4BC6-30D1-39D166FDE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4" name="Line 59">
              <a:extLst>
                <a:ext uri="{FF2B5EF4-FFF2-40B4-BE49-F238E27FC236}">
                  <a16:creationId xmlns:a16="http://schemas.microsoft.com/office/drawing/2014/main" id="{DABFDF6D-E3B5-8DB5-971E-B79909C02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5" name="Line 60">
              <a:extLst>
                <a:ext uri="{FF2B5EF4-FFF2-40B4-BE49-F238E27FC236}">
                  <a16:creationId xmlns:a16="http://schemas.microsoft.com/office/drawing/2014/main" id="{95A92EEF-BD77-3B06-22D3-FBACF8A2DA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6" name="Line 61">
              <a:extLst>
                <a:ext uri="{FF2B5EF4-FFF2-40B4-BE49-F238E27FC236}">
                  <a16:creationId xmlns:a16="http://schemas.microsoft.com/office/drawing/2014/main" id="{CA8F061B-7822-621E-29C5-D249F767A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7" name="Line 62">
              <a:extLst>
                <a:ext uri="{FF2B5EF4-FFF2-40B4-BE49-F238E27FC236}">
                  <a16:creationId xmlns:a16="http://schemas.microsoft.com/office/drawing/2014/main" id="{E8955E94-DF44-29A8-08DF-5F63FCC47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8" name="Line 63">
              <a:extLst>
                <a:ext uri="{FF2B5EF4-FFF2-40B4-BE49-F238E27FC236}">
                  <a16:creationId xmlns:a16="http://schemas.microsoft.com/office/drawing/2014/main" id="{714901E3-3F15-06E8-DB15-0574CEE488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9" name="Line 64">
              <a:extLst>
                <a:ext uri="{FF2B5EF4-FFF2-40B4-BE49-F238E27FC236}">
                  <a16:creationId xmlns:a16="http://schemas.microsoft.com/office/drawing/2014/main" id="{B717FE12-0045-AAB0-8FA3-0EAC736761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1" name="Group 65">
            <a:extLst>
              <a:ext uri="{FF2B5EF4-FFF2-40B4-BE49-F238E27FC236}">
                <a16:creationId xmlns:a16="http://schemas.microsoft.com/office/drawing/2014/main" id="{28700839-0723-F44F-0ED8-606E9CFFF04E}"/>
              </a:ext>
            </a:extLst>
          </p:cNvPr>
          <p:cNvGrpSpPr>
            <a:grpSpLocks/>
          </p:cNvGrpSpPr>
          <p:nvPr/>
        </p:nvGrpSpPr>
        <p:grpSpPr bwMode="auto">
          <a:xfrm>
            <a:off x="5033963" y="1828800"/>
            <a:ext cx="609600" cy="4876800"/>
            <a:chOff x="480" y="1152"/>
            <a:chExt cx="384" cy="3072"/>
          </a:xfrm>
        </p:grpSpPr>
        <p:sp>
          <p:nvSpPr>
            <p:cNvPr id="3150" name="Line 66">
              <a:extLst>
                <a:ext uri="{FF2B5EF4-FFF2-40B4-BE49-F238E27FC236}">
                  <a16:creationId xmlns:a16="http://schemas.microsoft.com/office/drawing/2014/main" id="{E479CA3F-322C-4697-158C-5734B9B08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1" name="Rectangle 67">
              <a:extLst>
                <a:ext uri="{FF2B5EF4-FFF2-40B4-BE49-F238E27FC236}">
                  <a16:creationId xmlns:a16="http://schemas.microsoft.com/office/drawing/2014/main" id="{A8F1C184-FF90-8621-68D4-5BF8C4993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52" name="Line 68">
              <a:extLst>
                <a:ext uri="{FF2B5EF4-FFF2-40B4-BE49-F238E27FC236}">
                  <a16:creationId xmlns:a16="http://schemas.microsoft.com/office/drawing/2014/main" id="{7B8CA1D1-7263-C0CF-7F33-20726B4AE3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3" name="Line 69">
              <a:extLst>
                <a:ext uri="{FF2B5EF4-FFF2-40B4-BE49-F238E27FC236}">
                  <a16:creationId xmlns:a16="http://schemas.microsoft.com/office/drawing/2014/main" id="{DCEA5ED9-DCFA-367E-7700-F03DB4A30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4" name="Line 70">
              <a:extLst>
                <a:ext uri="{FF2B5EF4-FFF2-40B4-BE49-F238E27FC236}">
                  <a16:creationId xmlns:a16="http://schemas.microsoft.com/office/drawing/2014/main" id="{2AE0B847-7D83-FCBF-9EF3-C1966483C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5" name="Line 71">
              <a:extLst>
                <a:ext uri="{FF2B5EF4-FFF2-40B4-BE49-F238E27FC236}">
                  <a16:creationId xmlns:a16="http://schemas.microsoft.com/office/drawing/2014/main" id="{7993F1E7-31B4-455E-5E50-7D52A5E11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6" name="Line 72">
              <a:extLst>
                <a:ext uri="{FF2B5EF4-FFF2-40B4-BE49-F238E27FC236}">
                  <a16:creationId xmlns:a16="http://schemas.microsoft.com/office/drawing/2014/main" id="{DEA703C2-F6B0-DC56-719E-2879FF851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7" name="Line 73">
              <a:extLst>
                <a:ext uri="{FF2B5EF4-FFF2-40B4-BE49-F238E27FC236}">
                  <a16:creationId xmlns:a16="http://schemas.microsoft.com/office/drawing/2014/main" id="{6FDBE4DC-822B-0C23-26F9-DA1A7736A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8" name="Line 74">
              <a:extLst>
                <a:ext uri="{FF2B5EF4-FFF2-40B4-BE49-F238E27FC236}">
                  <a16:creationId xmlns:a16="http://schemas.microsoft.com/office/drawing/2014/main" id="{495A2512-82C3-032B-9D18-13315CF3C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9" name="Line 75">
              <a:extLst>
                <a:ext uri="{FF2B5EF4-FFF2-40B4-BE49-F238E27FC236}">
                  <a16:creationId xmlns:a16="http://schemas.microsoft.com/office/drawing/2014/main" id="{AC77BCFF-65E4-F2BA-5370-AE960F633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2" name="Group 87">
            <a:extLst>
              <a:ext uri="{FF2B5EF4-FFF2-40B4-BE49-F238E27FC236}">
                <a16:creationId xmlns:a16="http://schemas.microsoft.com/office/drawing/2014/main" id="{67BC89D3-4EE3-60A1-493D-FF8746589CF4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609600" cy="4876800"/>
            <a:chOff x="480" y="1152"/>
            <a:chExt cx="384" cy="3072"/>
          </a:xfrm>
        </p:grpSpPr>
        <p:sp>
          <p:nvSpPr>
            <p:cNvPr id="3140" name="Line 88">
              <a:extLst>
                <a:ext uri="{FF2B5EF4-FFF2-40B4-BE49-F238E27FC236}">
                  <a16:creationId xmlns:a16="http://schemas.microsoft.com/office/drawing/2014/main" id="{E2BCC092-D65E-59E0-5E1B-0B0455D53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1" name="Rectangle 89">
              <a:extLst>
                <a:ext uri="{FF2B5EF4-FFF2-40B4-BE49-F238E27FC236}">
                  <a16:creationId xmlns:a16="http://schemas.microsoft.com/office/drawing/2014/main" id="{5F128951-F8AE-AE47-0263-5D29358AE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42" name="Line 90">
              <a:extLst>
                <a:ext uri="{FF2B5EF4-FFF2-40B4-BE49-F238E27FC236}">
                  <a16:creationId xmlns:a16="http://schemas.microsoft.com/office/drawing/2014/main" id="{23C397D9-317A-93FE-C2B8-591FC28C7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3" name="Line 91">
              <a:extLst>
                <a:ext uri="{FF2B5EF4-FFF2-40B4-BE49-F238E27FC236}">
                  <a16:creationId xmlns:a16="http://schemas.microsoft.com/office/drawing/2014/main" id="{A202CF15-13CE-2722-283D-84EEA172D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4" name="Line 92">
              <a:extLst>
                <a:ext uri="{FF2B5EF4-FFF2-40B4-BE49-F238E27FC236}">
                  <a16:creationId xmlns:a16="http://schemas.microsoft.com/office/drawing/2014/main" id="{9473B34B-0396-AA0E-ACB0-639D24752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5" name="Line 93">
              <a:extLst>
                <a:ext uri="{FF2B5EF4-FFF2-40B4-BE49-F238E27FC236}">
                  <a16:creationId xmlns:a16="http://schemas.microsoft.com/office/drawing/2014/main" id="{A660BAAA-AFC2-A35D-0FC5-B6577233F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6" name="Line 94">
              <a:extLst>
                <a:ext uri="{FF2B5EF4-FFF2-40B4-BE49-F238E27FC236}">
                  <a16:creationId xmlns:a16="http://schemas.microsoft.com/office/drawing/2014/main" id="{502D447E-D128-B700-9A32-1D2088203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7" name="Line 95">
              <a:extLst>
                <a:ext uri="{FF2B5EF4-FFF2-40B4-BE49-F238E27FC236}">
                  <a16:creationId xmlns:a16="http://schemas.microsoft.com/office/drawing/2014/main" id="{E7075CB6-D527-1AC7-841F-D09FEEA9F6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8" name="Line 96">
              <a:extLst>
                <a:ext uri="{FF2B5EF4-FFF2-40B4-BE49-F238E27FC236}">
                  <a16:creationId xmlns:a16="http://schemas.microsoft.com/office/drawing/2014/main" id="{FD40F80D-BCFA-65BA-D73E-19B6204C2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9" name="Line 97">
              <a:extLst>
                <a:ext uri="{FF2B5EF4-FFF2-40B4-BE49-F238E27FC236}">
                  <a16:creationId xmlns:a16="http://schemas.microsoft.com/office/drawing/2014/main" id="{4D56B140-F992-1FA9-3F22-273CE4F3E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3" name="Group 98">
            <a:extLst>
              <a:ext uri="{FF2B5EF4-FFF2-40B4-BE49-F238E27FC236}">
                <a16:creationId xmlns:a16="http://schemas.microsoft.com/office/drawing/2014/main" id="{A97A3C2A-A0F8-5B13-6315-99481D3129C1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828800"/>
            <a:ext cx="609600" cy="4876800"/>
            <a:chOff x="480" y="1152"/>
            <a:chExt cx="384" cy="3072"/>
          </a:xfrm>
        </p:grpSpPr>
        <p:sp>
          <p:nvSpPr>
            <p:cNvPr id="3130" name="Line 99">
              <a:extLst>
                <a:ext uri="{FF2B5EF4-FFF2-40B4-BE49-F238E27FC236}">
                  <a16:creationId xmlns:a16="http://schemas.microsoft.com/office/drawing/2014/main" id="{439D3F10-E268-4061-CD85-5C9E17C77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1" name="Rectangle 100">
              <a:extLst>
                <a:ext uri="{FF2B5EF4-FFF2-40B4-BE49-F238E27FC236}">
                  <a16:creationId xmlns:a16="http://schemas.microsoft.com/office/drawing/2014/main" id="{EAB2E7EC-DCCE-88B3-C2DA-3CA397EDF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32" name="Line 101">
              <a:extLst>
                <a:ext uri="{FF2B5EF4-FFF2-40B4-BE49-F238E27FC236}">
                  <a16:creationId xmlns:a16="http://schemas.microsoft.com/office/drawing/2014/main" id="{4B3A4EEA-1C47-6FD4-9023-CF8DF0CEE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3" name="Line 102">
              <a:extLst>
                <a:ext uri="{FF2B5EF4-FFF2-40B4-BE49-F238E27FC236}">
                  <a16:creationId xmlns:a16="http://schemas.microsoft.com/office/drawing/2014/main" id="{EC94C0A2-770B-AF1A-8A21-E79CD1A715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4" name="Line 103">
              <a:extLst>
                <a:ext uri="{FF2B5EF4-FFF2-40B4-BE49-F238E27FC236}">
                  <a16:creationId xmlns:a16="http://schemas.microsoft.com/office/drawing/2014/main" id="{A5556D0A-2906-4EB0-4C66-BB0DD237B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5" name="Line 104">
              <a:extLst>
                <a:ext uri="{FF2B5EF4-FFF2-40B4-BE49-F238E27FC236}">
                  <a16:creationId xmlns:a16="http://schemas.microsoft.com/office/drawing/2014/main" id="{3FE51ABE-F67C-F7A0-57A0-E9919404B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6" name="Line 105">
              <a:extLst>
                <a:ext uri="{FF2B5EF4-FFF2-40B4-BE49-F238E27FC236}">
                  <a16:creationId xmlns:a16="http://schemas.microsoft.com/office/drawing/2014/main" id="{4D7A6F37-34E3-F2B2-63E6-B9516E922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7" name="Line 106">
              <a:extLst>
                <a:ext uri="{FF2B5EF4-FFF2-40B4-BE49-F238E27FC236}">
                  <a16:creationId xmlns:a16="http://schemas.microsoft.com/office/drawing/2014/main" id="{9F40DAE6-FA2B-985E-B2BF-58278225B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8" name="Line 107">
              <a:extLst>
                <a:ext uri="{FF2B5EF4-FFF2-40B4-BE49-F238E27FC236}">
                  <a16:creationId xmlns:a16="http://schemas.microsoft.com/office/drawing/2014/main" id="{F03ADEB6-3AEE-8EAF-2028-A7F78B3A2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9" name="Line 108">
              <a:extLst>
                <a:ext uri="{FF2B5EF4-FFF2-40B4-BE49-F238E27FC236}">
                  <a16:creationId xmlns:a16="http://schemas.microsoft.com/office/drawing/2014/main" id="{CDF88CDC-D24D-256C-DAE8-C9B5490EC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4" name="Group 109">
            <a:extLst>
              <a:ext uri="{FF2B5EF4-FFF2-40B4-BE49-F238E27FC236}">
                <a16:creationId xmlns:a16="http://schemas.microsoft.com/office/drawing/2014/main" id="{D6D279F8-737D-7E4E-61B9-F55A442613BC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828800"/>
            <a:ext cx="609600" cy="4876800"/>
            <a:chOff x="480" y="1152"/>
            <a:chExt cx="384" cy="3072"/>
          </a:xfrm>
        </p:grpSpPr>
        <p:sp>
          <p:nvSpPr>
            <p:cNvPr id="3120" name="Line 110">
              <a:extLst>
                <a:ext uri="{FF2B5EF4-FFF2-40B4-BE49-F238E27FC236}">
                  <a16:creationId xmlns:a16="http://schemas.microsoft.com/office/drawing/2014/main" id="{6D7DC2BB-7813-C0F4-256C-F59E7FC7EC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1" name="Rectangle 111">
              <a:extLst>
                <a:ext uri="{FF2B5EF4-FFF2-40B4-BE49-F238E27FC236}">
                  <a16:creationId xmlns:a16="http://schemas.microsoft.com/office/drawing/2014/main" id="{648E94E0-842B-8F5A-6D70-77573FC1F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22" name="Line 112">
              <a:extLst>
                <a:ext uri="{FF2B5EF4-FFF2-40B4-BE49-F238E27FC236}">
                  <a16:creationId xmlns:a16="http://schemas.microsoft.com/office/drawing/2014/main" id="{BE890DEF-08D1-BE18-A053-E4228DF0F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" name="Line 113">
              <a:extLst>
                <a:ext uri="{FF2B5EF4-FFF2-40B4-BE49-F238E27FC236}">
                  <a16:creationId xmlns:a16="http://schemas.microsoft.com/office/drawing/2014/main" id="{16E5A86F-E198-F482-2C45-450A32CD3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" name="Line 114">
              <a:extLst>
                <a:ext uri="{FF2B5EF4-FFF2-40B4-BE49-F238E27FC236}">
                  <a16:creationId xmlns:a16="http://schemas.microsoft.com/office/drawing/2014/main" id="{69A65FCA-E67B-D356-7832-774565345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5" name="Line 115">
              <a:extLst>
                <a:ext uri="{FF2B5EF4-FFF2-40B4-BE49-F238E27FC236}">
                  <a16:creationId xmlns:a16="http://schemas.microsoft.com/office/drawing/2014/main" id="{0C7C22D3-FB20-8C3F-98C4-DD5EA15E2E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6" name="Line 116">
              <a:extLst>
                <a:ext uri="{FF2B5EF4-FFF2-40B4-BE49-F238E27FC236}">
                  <a16:creationId xmlns:a16="http://schemas.microsoft.com/office/drawing/2014/main" id="{55CD3D24-0475-CAF9-E1BC-DA2C275F4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7" name="Line 117">
              <a:extLst>
                <a:ext uri="{FF2B5EF4-FFF2-40B4-BE49-F238E27FC236}">
                  <a16:creationId xmlns:a16="http://schemas.microsoft.com/office/drawing/2014/main" id="{80B79C3F-CA96-51C4-32B0-47B3B6DC5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8" name="Line 118">
              <a:extLst>
                <a:ext uri="{FF2B5EF4-FFF2-40B4-BE49-F238E27FC236}">
                  <a16:creationId xmlns:a16="http://schemas.microsoft.com/office/drawing/2014/main" id="{8CC51EA8-5C2A-6F27-C0C9-DB8E51A0A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9" name="Line 119">
              <a:extLst>
                <a:ext uri="{FF2B5EF4-FFF2-40B4-BE49-F238E27FC236}">
                  <a16:creationId xmlns:a16="http://schemas.microsoft.com/office/drawing/2014/main" id="{5E5723E9-CC14-E201-4BCA-A0DCE4F1A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85" name="TextBox 371">
            <a:extLst>
              <a:ext uri="{FF2B5EF4-FFF2-40B4-BE49-F238E27FC236}">
                <a16:creationId xmlns:a16="http://schemas.microsoft.com/office/drawing/2014/main" id="{04FC578B-1C50-29A8-6068-0343891BE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6850" y="1465263"/>
            <a:ext cx="1274763" cy="27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FFFF00"/>
                </a:solidFill>
              </a:rPr>
              <a:t>Max-Heap</a:t>
            </a:r>
          </a:p>
        </p:txBody>
      </p:sp>
      <p:grpSp>
        <p:nvGrpSpPr>
          <p:cNvPr id="3086" name="Group 65">
            <a:extLst>
              <a:ext uri="{FF2B5EF4-FFF2-40B4-BE49-F238E27FC236}">
                <a16:creationId xmlns:a16="http://schemas.microsoft.com/office/drawing/2014/main" id="{B80AF8E0-F1B6-A82E-88F4-D777DC0DAAA8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1831975"/>
            <a:ext cx="609600" cy="4876800"/>
            <a:chOff x="480" y="1152"/>
            <a:chExt cx="384" cy="3072"/>
          </a:xfrm>
        </p:grpSpPr>
        <p:sp>
          <p:nvSpPr>
            <p:cNvPr id="3110" name="Line 66">
              <a:extLst>
                <a:ext uri="{FF2B5EF4-FFF2-40B4-BE49-F238E27FC236}">
                  <a16:creationId xmlns:a16="http://schemas.microsoft.com/office/drawing/2014/main" id="{66A1F369-C573-6308-C389-4DDD29C53B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1" name="Rectangle 67">
              <a:extLst>
                <a:ext uri="{FF2B5EF4-FFF2-40B4-BE49-F238E27FC236}">
                  <a16:creationId xmlns:a16="http://schemas.microsoft.com/office/drawing/2014/main" id="{436C867C-827D-DF69-B390-4C0B02A9B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12" name="Line 68">
              <a:extLst>
                <a:ext uri="{FF2B5EF4-FFF2-40B4-BE49-F238E27FC236}">
                  <a16:creationId xmlns:a16="http://schemas.microsoft.com/office/drawing/2014/main" id="{100E97DB-6987-D7FA-189D-FB98F3A51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3" name="Line 69">
              <a:extLst>
                <a:ext uri="{FF2B5EF4-FFF2-40B4-BE49-F238E27FC236}">
                  <a16:creationId xmlns:a16="http://schemas.microsoft.com/office/drawing/2014/main" id="{55D109A5-30E3-5AB5-B8E7-645CDA31A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4" name="Line 70">
              <a:extLst>
                <a:ext uri="{FF2B5EF4-FFF2-40B4-BE49-F238E27FC236}">
                  <a16:creationId xmlns:a16="http://schemas.microsoft.com/office/drawing/2014/main" id="{E4992124-71D9-FFCE-B342-B3492573F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5" name="Line 71">
              <a:extLst>
                <a:ext uri="{FF2B5EF4-FFF2-40B4-BE49-F238E27FC236}">
                  <a16:creationId xmlns:a16="http://schemas.microsoft.com/office/drawing/2014/main" id="{AB8A7E46-CB3F-2844-4DEF-01E18993AF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6" name="Line 72">
              <a:extLst>
                <a:ext uri="{FF2B5EF4-FFF2-40B4-BE49-F238E27FC236}">
                  <a16:creationId xmlns:a16="http://schemas.microsoft.com/office/drawing/2014/main" id="{22DA116A-E35C-0F1F-79A8-193EAE2DF6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7" name="Line 73">
              <a:extLst>
                <a:ext uri="{FF2B5EF4-FFF2-40B4-BE49-F238E27FC236}">
                  <a16:creationId xmlns:a16="http://schemas.microsoft.com/office/drawing/2014/main" id="{759C08A3-2E9A-780C-F4FC-2B433BC4D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8" name="Line 74">
              <a:extLst>
                <a:ext uri="{FF2B5EF4-FFF2-40B4-BE49-F238E27FC236}">
                  <a16:creationId xmlns:a16="http://schemas.microsoft.com/office/drawing/2014/main" id="{B8CF12D5-26B7-0F1A-FE30-CF2366312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9" name="Line 75">
              <a:extLst>
                <a:ext uri="{FF2B5EF4-FFF2-40B4-BE49-F238E27FC236}">
                  <a16:creationId xmlns:a16="http://schemas.microsoft.com/office/drawing/2014/main" id="{E3B521D1-8E27-121F-9E04-2E2516BB4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7" name="Group 65">
            <a:extLst>
              <a:ext uri="{FF2B5EF4-FFF2-40B4-BE49-F238E27FC236}">
                <a16:creationId xmlns:a16="http://schemas.microsoft.com/office/drawing/2014/main" id="{AAF7CFA4-4AD2-084B-CE0B-5463363EC5B6}"/>
              </a:ext>
            </a:extLst>
          </p:cNvPr>
          <p:cNvGrpSpPr>
            <a:grpSpLocks/>
          </p:cNvGrpSpPr>
          <p:nvPr/>
        </p:nvGrpSpPr>
        <p:grpSpPr bwMode="auto">
          <a:xfrm>
            <a:off x="6249988" y="1831975"/>
            <a:ext cx="609600" cy="4876800"/>
            <a:chOff x="480" y="1152"/>
            <a:chExt cx="384" cy="3072"/>
          </a:xfrm>
        </p:grpSpPr>
        <p:sp>
          <p:nvSpPr>
            <p:cNvPr id="3100" name="Line 66">
              <a:extLst>
                <a:ext uri="{FF2B5EF4-FFF2-40B4-BE49-F238E27FC236}">
                  <a16:creationId xmlns:a16="http://schemas.microsoft.com/office/drawing/2014/main" id="{BC6D19FD-8C73-FEBC-2143-E2BDE0BD3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Rectangle 67">
              <a:extLst>
                <a:ext uri="{FF2B5EF4-FFF2-40B4-BE49-F238E27FC236}">
                  <a16:creationId xmlns:a16="http://schemas.microsoft.com/office/drawing/2014/main" id="{32B83203-F259-F9BD-D8F4-9FB5FBAD1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02" name="Line 68">
              <a:extLst>
                <a:ext uri="{FF2B5EF4-FFF2-40B4-BE49-F238E27FC236}">
                  <a16:creationId xmlns:a16="http://schemas.microsoft.com/office/drawing/2014/main" id="{073E4EAB-61FE-D161-E550-1F2D86911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Line 69">
              <a:extLst>
                <a:ext uri="{FF2B5EF4-FFF2-40B4-BE49-F238E27FC236}">
                  <a16:creationId xmlns:a16="http://schemas.microsoft.com/office/drawing/2014/main" id="{D466A90B-8A4B-6B96-53FD-6AC5791E5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4" name="Line 70">
              <a:extLst>
                <a:ext uri="{FF2B5EF4-FFF2-40B4-BE49-F238E27FC236}">
                  <a16:creationId xmlns:a16="http://schemas.microsoft.com/office/drawing/2014/main" id="{5C1607FF-8348-E9A3-437B-455E85065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Line 71">
              <a:extLst>
                <a:ext uri="{FF2B5EF4-FFF2-40B4-BE49-F238E27FC236}">
                  <a16:creationId xmlns:a16="http://schemas.microsoft.com/office/drawing/2014/main" id="{7EDA0855-67C1-F8BF-A1E7-EB09BC5C0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6" name="Line 72">
              <a:extLst>
                <a:ext uri="{FF2B5EF4-FFF2-40B4-BE49-F238E27FC236}">
                  <a16:creationId xmlns:a16="http://schemas.microsoft.com/office/drawing/2014/main" id="{B81ECCFA-2C3B-2EB9-4740-8AC6D6A12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7" name="Line 73">
              <a:extLst>
                <a:ext uri="{FF2B5EF4-FFF2-40B4-BE49-F238E27FC236}">
                  <a16:creationId xmlns:a16="http://schemas.microsoft.com/office/drawing/2014/main" id="{CA9CD48E-3184-CA44-A0C9-361F0BDEA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8" name="Line 74">
              <a:extLst>
                <a:ext uri="{FF2B5EF4-FFF2-40B4-BE49-F238E27FC236}">
                  <a16:creationId xmlns:a16="http://schemas.microsoft.com/office/drawing/2014/main" id="{537E9D22-6D94-27A8-8B73-57DE67FD1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9" name="Line 75">
              <a:extLst>
                <a:ext uri="{FF2B5EF4-FFF2-40B4-BE49-F238E27FC236}">
                  <a16:creationId xmlns:a16="http://schemas.microsoft.com/office/drawing/2014/main" id="{69BC3428-B25D-1EE3-36E3-1E6D56B33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8" name="Group 65">
            <a:extLst>
              <a:ext uri="{FF2B5EF4-FFF2-40B4-BE49-F238E27FC236}">
                <a16:creationId xmlns:a16="http://schemas.microsoft.com/office/drawing/2014/main" id="{73BB6638-BE5A-02F4-0562-351BFA702A7E}"/>
              </a:ext>
            </a:extLst>
          </p:cNvPr>
          <p:cNvGrpSpPr>
            <a:grpSpLocks/>
          </p:cNvGrpSpPr>
          <p:nvPr/>
        </p:nvGrpSpPr>
        <p:grpSpPr bwMode="auto">
          <a:xfrm>
            <a:off x="6865938" y="1831975"/>
            <a:ext cx="609600" cy="4876800"/>
            <a:chOff x="480" y="1152"/>
            <a:chExt cx="384" cy="3072"/>
          </a:xfrm>
        </p:grpSpPr>
        <p:sp>
          <p:nvSpPr>
            <p:cNvPr id="3090" name="Line 66">
              <a:extLst>
                <a:ext uri="{FF2B5EF4-FFF2-40B4-BE49-F238E27FC236}">
                  <a16:creationId xmlns:a16="http://schemas.microsoft.com/office/drawing/2014/main" id="{4675D055-05A5-F70C-6119-EE2F60C14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Rectangle 67">
              <a:extLst>
                <a:ext uri="{FF2B5EF4-FFF2-40B4-BE49-F238E27FC236}">
                  <a16:creationId xmlns:a16="http://schemas.microsoft.com/office/drawing/2014/main" id="{8AB898BE-853C-A17A-1A72-B0001BA7F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92" name="Line 68">
              <a:extLst>
                <a:ext uri="{FF2B5EF4-FFF2-40B4-BE49-F238E27FC236}">
                  <a16:creationId xmlns:a16="http://schemas.microsoft.com/office/drawing/2014/main" id="{59F4652A-D77E-7362-C0DB-67AE6FC00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69">
              <a:extLst>
                <a:ext uri="{FF2B5EF4-FFF2-40B4-BE49-F238E27FC236}">
                  <a16:creationId xmlns:a16="http://schemas.microsoft.com/office/drawing/2014/main" id="{105976E8-9513-2B64-74AE-901BD578C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70">
              <a:extLst>
                <a:ext uri="{FF2B5EF4-FFF2-40B4-BE49-F238E27FC236}">
                  <a16:creationId xmlns:a16="http://schemas.microsoft.com/office/drawing/2014/main" id="{1C6E194B-3A61-FD37-FE9A-164D0C7D40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71">
              <a:extLst>
                <a:ext uri="{FF2B5EF4-FFF2-40B4-BE49-F238E27FC236}">
                  <a16:creationId xmlns:a16="http://schemas.microsoft.com/office/drawing/2014/main" id="{005B421C-85BA-11DF-1FEB-566C3B1A6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72">
              <a:extLst>
                <a:ext uri="{FF2B5EF4-FFF2-40B4-BE49-F238E27FC236}">
                  <a16:creationId xmlns:a16="http://schemas.microsoft.com/office/drawing/2014/main" id="{1E1C3211-4FF5-123F-B664-E61C434F1C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73">
              <a:extLst>
                <a:ext uri="{FF2B5EF4-FFF2-40B4-BE49-F238E27FC236}">
                  <a16:creationId xmlns:a16="http://schemas.microsoft.com/office/drawing/2014/main" id="{86C24038-DB68-9BE9-B3FA-0C075ACD7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74">
              <a:extLst>
                <a:ext uri="{FF2B5EF4-FFF2-40B4-BE49-F238E27FC236}">
                  <a16:creationId xmlns:a16="http://schemas.microsoft.com/office/drawing/2014/main" id="{B2E6CB6F-E424-6D84-4905-991F59FE5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75">
              <a:extLst>
                <a:ext uri="{FF2B5EF4-FFF2-40B4-BE49-F238E27FC236}">
                  <a16:creationId xmlns:a16="http://schemas.microsoft.com/office/drawing/2014/main" id="{49415BA8-942B-D211-1220-4EF0A8013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89" name="Rectangle 120">
            <a:extLst>
              <a:ext uri="{FF2B5EF4-FFF2-40B4-BE49-F238E27FC236}">
                <a16:creationId xmlns:a16="http://schemas.microsoft.com/office/drawing/2014/main" id="{E184B98C-AE42-53E5-F2CF-D1E3BA5AC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1871663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</p:txBody>
      </p:sp>
      <p:sp>
        <p:nvSpPr>
          <p:cNvPr id="4" name="Rectangle 120">
            <a:extLst>
              <a:ext uri="{FF2B5EF4-FFF2-40B4-BE49-F238E27FC236}">
                <a16:creationId xmlns:a16="http://schemas.microsoft.com/office/drawing/2014/main" id="{3712DCB1-3991-DD3F-109D-487AE36D5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25" y="1870075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</p:txBody>
      </p:sp>
      <p:sp>
        <p:nvSpPr>
          <p:cNvPr id="6" name="Rectangle 120">
            <a:extLst>
              <a:ext uri="{FF2B5EF4-FFF2-40B4-BE49-F238E27FC236}">
                <a16:creationId xmlns:a16="http://schemas.microsoft.com/office/drawing/2014/main" id="{F8B51C9F-F78E-FDB5-987C-CB1172CD1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414" y="1905000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</p:txBody>
      </p:sp>
      <p:sp>
        <p:nvSpPr>
          <p:cNvPr id="7" name="Rectangle 120">
            <a:extLst>
              <a:ext uri="{FF2B5EF4-FFF2-40B4-BE49-F238E27FC236}">
                <a16:creationId xmlns:a16="http://schemas.microsoft.com/office/drawing/2014/main" id="{B9C303CE-1ADB-6335-098E-230337D76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635" y="1870075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</p:txBody>
      </p:sp>
      <p:sp>
        <p:nvSpPr>
          <p:cNvPr id="8" name="Rectangle 120">
            <a:extLst>
              <a:ext uri="{FF2B5EF4-FFF2-40B4-BE49-F238E27FC236}">
                <a16:creationId xmlns:a16="http://schemas.microsoft.com/office/drawing/2014/main" id="{9E8F0D29-CA0B-B129-CC6E-C8B724A6B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6652" y="1870075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</p:txBody>
      </p:sp>
      <p:sp>
        <p:nvSpPr>
          <p:cNvPr id="9" name="Rectangle 120">
            <a:extLst>
              <a:ext uri="{FF2B5EF4-FFF2-40B4-BE49-F238E27FC236}">
                <a16:creationId xmlns:a16="http://schemas.microsoft.com/office/drawing/2014/main" id="{7296A9FF-E1E7-DE14-7EA1-0DB6CF697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093" y="1904999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</p:txBody>
      </p:sp>
      <p:sp>
        <p:nvSpPr>
          <p:cNvPr id="10" name="Rectangle 120">
            <a:extLst>
              <a:ext uri="{FF2B5EF4-FFF2-40B4-BE49-F238E27FC236}">
                <a16:creationId xmlns:a16="http://schemas.microsoft.com/office/drawing/2014/main" id="{B8173E06-407C-735B-8B8E-B0942C8CC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9534" y="1870074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</p:txBody>
      </p:sp>
      <p:sp>
        <p:nvSpPr>
          <p:cNvPr id="12" name="Rectangle 120">
            <a:extLst>
              <a:ext uri="{FF2B5EF4-FFF2-40B4-BE49-F238E27FC236}">
                <a16:creationId xmlns:a16="http://schemas.microsoft.com/office/drawing/2014/main" id="{33E7965E-5EB9-BD0B-A988-C68081ADE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8551" y="1870074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</p:txBody>
      </p:sp>
      <p:sp>
        <p:nvSpPr>
          <p:cNvPr id="13" name="Rectangle 120">
            <a:extLst>
              <a:ext uri="{FF2B5EF4-FFF2-40B4-BE49-F238E27FC236}">
                <a16:creationId xmlns:a16="http://schemas.microsoft.com/office/drawing/2014/main" id="{201AE602-4810-C4C0-DFC6-C1986A7A3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992" y="1870073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</p:txBody>
      </p:sp>
      <p:sp>
        <p:nvSpPr>
          <p:cNvPr id="14" name="Rectangle 120">
            <a:extLst>
              <a:ext uri="{FF2B5EF4-FFF2-40B4-BE49-F238E27FC236}">
                <a16:creationId xmlns:a16="http://schemas.microsoft.com/office/drawing/2014/main" id="{F0261DA2-60FA-6B9B-B834-0B5EFBE80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781" y="1904999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4">
            <a:extLst>
              <a:ext uri="{FF2B5EF4-FFF2-40B4-BE49-F238E27FC236}">
                <a16:creationId xmlns:a16="http://schemas.microsoft.com/office/drawing/2014/main" id="{B1D23AC6-67AB-0B11-F952-A4138F3BDB8E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828800"/>
            <a:ext cx="609600" cy="4876800"/>
            <a:chOff x="480" y="1152"/>
            <a:chExt cx="384" cy="3072"/>
          </a:xfrm>
        </p:grpSpPr>
        <p:sp>
          <p:nvSpPr>
            <p:cNvPr id="4221" name="Line 5">
              <a:extLst>
                <a:ext uri="{FF2B5EF4-FFF2-40B4-BE49-F238E27FC236}">
                  <a16:creationId xmlns:a16="http://schemas.microsoft.com/office/drawing/2014/main" id="{3E96B83D-3B91-AF28-7D83-CDD1AB633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2" name="Rectangle 6">
              <a:extLst>
                <a:ext uri="{FF2B5EF4-FFF2-40B4-BE49-F238E27FC236}">
                  <a16:creationId xmlns:a16="http://schemas.microsoft.com/office/drawing/2014/main" id="{D3A34E9F-204D-02C1-CFB6-09B45712F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223" name="Line 7">
              <a:extLst>
                <a:ext uri="{FF2B5EF4-FFF2-40B4-BE49-F238E27FC236}">
                  <a16:creationId xmlns:a16="http://schemas.microsoft.com/office/drawing/2014/main" id="{3852A3C1-71EC-51F0-F98D-20D4A9EB6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4" name="Line 8">
              <a:extLst>
                <a:ext uri="{FF2B5EF4-FFF2-40B4-BE49-F238E27FC236}">
                  <a16:creationId xmlns:a16="http://schemas.microsoft.com/office/drawing/2014/main" id="{24EE2DEB-B5F0-10AA-CDEE-90AD19FB5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5" name="Line 9">
              <a:extLst>
                <a:ext uri="{FF2B5EF4-FFF2-40B4-BE49-F238E27FC236}">
                  <a16:creationId xmlns:a16="http://schemas.microsoft.com/office/drawing/2014/main" id="{34B668C6-0A57-59CD-B290-BCB3ADB5E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6" name="Line 10">
              <a:extLst>
                <a:ext uri="{FF2B5EF4-FFF2-40B4-BE49-F238E27FC236}">
                  <a16:creationId xmlns:a16="http://schemas.microsoft.com/office/drawing/2014/main" id="{2E1B72D7-B93F-DF13-515D-92F0B6C23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7" name="Line 11">
              <a:extLst>
                <a:ext uri="{FF2B5EF4-FFF2-40B4-BE49-F238E27FC236}">
                  <a16:creationId xmlns:a16="http://schemas.microsoft.com/office/drawing/2014/main" id="{09D64B83-0BC0-66CF-DBEA-5D37C08A9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8" name="Line 12">
              <a:extLst>
                <a:ext uri="{FF2B5EF4-FFF2-40B4-BE49-F238E27FC236}">
                  <a16:creationId xmlns:a16="http://schemas.microsoft.com/office/drawing/2014/main" id="{3C315E39-F1BE-CBDF-C525-0894F7945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9" name="Line 13">
              <a:extLst>
                <a:ext uri="{FF2B5EF4-FFF2-40B4-BE49-F238E27FC236}">
                  <a16:creationId xmlns:a16="http://schemas.microsoft.com/office/drawing/2014/main" id="{2EB5B70C-0CFF-577F-F855-BEADD8051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30" name="Line 14">
              <a:extLst>
                <a:ext uri="{FF2B5EF4-FFF2-40B4-BE49-F238E27FC236}">
                  <a16:creationId xmlns:a16="http://schemas.microsoft.com/office/drawing/2014/main" id="{6D53B2B4-9162-B340-6048-8EBDBF053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099" name="Group 15">
            <a:extLst>
              <a:ext uri="{FF2B5EF4-FFF2-40B4-BE49-F238E27FC236}">
                <a16:creationId xmlns:a16="http://schemas.microsoft.com/office/drawing/2014/main" id="{A3479CFE-4D37-206C-4FED-97A836610AE7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828800"/>
            <a:ext cx="609600" cy="4876800"/>
            <a:chOff x="480" y="1152"/>
            <a:chExt cx="384" cy="3072"/>
          </a:xfrm>
        </p:grpSpPr>
        <p:sp>
          <p:nvSpPr>
            <p:cNvPr id="4211" name="Line 16">
              <a:extLst>
                <a:ext uri="{FF2B5EF4-FFF2-40B4-BE49-F238E27FC236}">
                  <a16:creationId xmlns:a16="http://schemas.microsoft.com/office/drawing/2014/main" id="{A4C863E9-33E0-FF5F-0964-887A333BF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2" name="Rectangle 17">
              <a:extLst>
                <a:ext uri="{FF2B5EF4-FFF2-40B4-BE49-F238E27FC236}">
                  <a16:creationId xmlns:a16="http://schemas.microsoft.com/office/drawing/2014/main" id="{957D6DD1-9F1D-E17B-8210-9A0DC4B44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213" name="Line 18">
              <a:extLst>
                <a:ext uri="{FF2B5EF4-FFF2-40B4-BE49-F238E27FC236}">
                  <a16:creationId xmlns:a16="http://schemas.microsoft.com/office/drawing/2014/main" id="{47FC9334-DDEE-4E2E-94D2-D8C25BFB0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4" name="Line 19">
              <a:extLst>
                <a:ext uri="{FF2B5EF4-FFF2-40B4-BE49-F238E27FC236}">
                  <a16:creationId xmlns:a16="http://schemas.microsoft.com/office/drawing/2014/main" id="{045AB089-86CA-85DE-CE85-DEB4BFA84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5" name="Line 20">
              <a:extLst>
                <a:ext uri="{FF2B5EF4-FFF2-40B4-BE49-F238E27FC236}">
                  <a16:creationId xmlns:a16="http://schemas.microsoft.com/office/drawing/2014/main" id="{ABCE84B4-3E1B-83E6-6212-D0F5B5907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6" name="Line 21">
              <a:extLst>
                <a:ext uri="{FF2B5EF4-FFF2-40B4-BE49-F238E27FC236}">
                  <a16:creationId xmlns:a16="http://schemas.microsoft.com/office/drawing/2014/main" id="{FB6C44D5-8AF8-D566-ECCE-B4B36945B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7" name="Line 22">
              <a:extLst>
                <a:ext uri="{FF2B5EF4-FFF2-40B4-BE49-F238E27FC236}">
                  <a16:creationId xmlns:a16="http://schemas.microsoft.com/office/drawing/2014/main" id="{40C49846-DDF1-C434-B38F-079F2E423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8" name="Line 23">
              <a:extLst>
                <a:ext uri="{FF2B5EF4-FFF2-40B4-BE49-F238E27FC236}">
                  <a16:creationId xmlns:a16="http://schemas.microsoft.com/office/drawing/2014/main" id="{FC1BF684-6BE3-E8E9-2A52-6B2EC8836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9" name="Line 24">
              <a:extLst>
                <a:ext uri="{FF2B5EF4-FFF2-40B4-BE49-F238E27FC236}">
                  <a16:creationId xmlns:a16="http://schemas.microsoft.com/office/drawing/2014/main" id="{DFD5AB84-D450-3187-D300-54DF17628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0" name="Line 25">
              <a:extLst>
                <a:ext uri="{FF2B5EF4-FFF2-40B4-BE49-F238E27FC236}">
                  <a16:creationId xmlns:a16="http://schemas.microsoft.com/office/drawing/2014/main" id="{9D9EE551-CE99-51B4-76F9-FEE57B01F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0" name="Group 26">
            <a:extLst>
              <a:ext uri="{FF2B5EF4-FFF2-40B4-BE49-F238E27FC236}">
                <a16:creationId xmlns:a16="http://schemas.microsoft.com/office/drawing/2014/main" id="{DA5FD28E-856C-A36A-562F-5AFBE685D0B1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828800"/>
            <a:ext cx="609600" cy="4876800"/>
            <a:chOff x="480" y="1152"/>
            <a:chExt cx="384" cy="3072"/>
          </a:xfrm>
        </p:grpSpPr>
        <p:sp>
          <p:nvSpPr>
            <p:cNvPr id="4201" name="Line 27">
              <a:extLst>
                <a:ext uri="{FF2B5EF4-FFF2-40B4-BE49-F238E27FC236}">
                  <a16:creationId xmlns:a16="http://schemas.microsoft.com/office/drawing/2014/main" id="{9102165E-AA73-1C36-160A-C2B80A8D5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" name="Rectangle 28">
              <a:extLst>
                <a:ext uri="{FF2B5EF4-FFF2-40B4-BE49-F238E27FC236}">
                  <a16:creationId xmlns:a16="http://schemas.microsoft.com/office/drawing/2014/main" id="{A3E9FBEB-D8A6-71ED-A7E0-D6B1ECAA6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203" name="Line 29">
              <a:extLst>
                <a:ext uri="{FF2B5EF4-FFF2-40B4-BE49-F238E27FC236}">
                  <a16:creationId xmlns:a16="http://schemas.microsoft.com/office/drawing/2014/main" id="{98B8FFD9-ACB1-6C4C-E5E6-455EC4003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4" name="Line 30">
              <a:extLst>
                <a:ext uri="{FF2B5EF4-FFF2-40B4-BE49-F238E27FC236}">
                  <a16:creationId xmlns:a16="http://schemas.microsoft.com/office/drawing/2014/main" id="{3100FBD8-22B3-F702-B986-94E0BAD418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5" name="Line 31">
              <a:extLst>
                <a:ext uri="{FF2B5EF4-FFF2-40B4-BE49-F238E27FC236}">
                  <a16:creationId xmlns:a16="http://schemas.microsoft.com/office/drawing/2014/main" id="{70B8745B-88C2-ABFE-67F2-C2EBC9DF6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6" name="Line 32">
              <a:extLst>
                <a:ext uri="{FF2B5EF4-FFF2-40B4-BE49-F238E27FC236}">
                  <a16:creationId xmlns:a16="http://schemas.microsoft.com/office/drawing/2014/main" id="{0846B6F3-DB1A-6866-CBD3-FE4DD9AD9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7" name="Line 33">
              <a:extLst>
                <a:ext uri="{FF2B5EF4-FFF2-40B4-BE49-F238E27FC236}">
                  <a16:creationId xmlns:a16="http://schemas.microsoft.com/office/drawing/2014/main" id="{EB78BB7E-EC40-3E0D-2665-B1DA61F6B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8" name="Line 34">
              <a:extLst>
                <a:ext uri="{FF2B5EF4-FFF2-40B4-BE49-F238E27FC236}">
                  <a16:creationId xmlns:a16="http://schemas.microsoft.com/office/drawing/2014/main" id="{5967FCB1-95FE-6471-6131-C09DE0A40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9" name="Line 35">
              <a:extLst>
                <a:ext uri="{FF2B5EF4-FFF2-40B4-BE49-F238E27FC236}">
                  <a16:creationId xmlns:a16="http://schemas.microsoft.com/office/drawing/2014/main" id="{A4A1223B-99DD-DF47-5612-BBB938C35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0" name="Line 36">
              <a:extLst>
                <a:ext uri="{FF2B5EF4-FFF2-40B4-BE49-F238E27FC236}">
                  <a16:creationId xmlns:a16="http://schemas.microsoft.com/office/drawing/2014/main" id="{BE0251A4-2924-AEA0-8CA2-7AA15B5BE2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1" name="Group 37">
            <a:extLst>
              <a:ext uri="{FF2B5EF4-FFF2-40B4-BE49-F238E27FC236}">
                <a16:creationId xmlns:a16="http://schemas.microsoft.com/office/drawing/2014/main" id="{EB7BAF6A-B11F-D14A-83BD-FC1B4BE13908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828800"/>
            <a:ext cx="609600" cy="4876800"/>
            <a:chOff x="480" y="1152"/>
            <a:chExt cx="384" cy="3072"/>
          </a:xfrm>
        </p:grpSpPr>
        <p:sp>
          <p:nvSpPr>
            <p:cNvPr id="4191" name="Line 38">
              <a:extLst>
                <a:ext uri="{FF2B5EF4-FFF2-40B4-BE49-F238E27FC236}">
                  <a16:creationId xmlns:a16="http://schemas.microsoft.com/office/drawing/2014/main" id="{BB8C5A85-804B-FBBC-F024-209028BFB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2" name="Rectangle 39">
              <a:extLst>
                <a:ext uri="{FF2B5EF4-FFF2-40B4-BE49-F238E27FC236}">
                  <a16:creationId xmlns:a16="http://schemas.microsoft.com/office/drawing/2014/main" id="{B9A5640F-EDF3-94A2-58C3-20750A4AF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93" name="Line 40">
              <a:extLst>
                <a:ext uri="{FF2B5EF4-FFF2-40B4-BE49-F238E27FC236}">
                  <a16:creationId xmlns:a16="http://schemas.microsoft.com/office/drawing/2014/main" id="{2B5C3EE6-FC5F-A78E-B630-0CC05341D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4" name="Line 41">
              <a:extLst>
                <a:ext uri="{FF2B5EF4-FFF2-40B4-BE49-F238E27FC236}">
                  <a16:creationId xmlns:a16="http://schemas.microsoft.com/office/drawing/2014/main" id="{73461EC8-5C27-8CE7-118B-CFB519ECA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5" name="Line 42">
              <a:extLst>
                <a:ext uri="{FF2B5EF4-FFF2-40B4-BE49-F238E27FC236}">
                  <a16:creationId xmlns:a16="http://schemas.microsoft.com/office/drawing/2014/main" id="{8D5BE6B9-0D4F-FF1B-FC2A-2090E2C1C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6" name="Line 43">
              <a:extLst>
                <a:ext uri="{FF2B5EF4-FFF2-40B4-BE49-F238E27FC236}">
                  <a16:creationId xmlns:a16="http://schemas.microsoft.com/office/drawing/2014/main" id="{1BC29491-599E-8D08-60AB-FD79623D93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7" name="Line 44">
              <a:extLst>
                <a:ext uri="{FF2B5EF4-FFF2-40B4-BE49-F238E27FC236}">
                  <a16:creationId xmlns:a16="http://schemas.microsoft.com/office/drawing/2014/main" id="{7A3CE073-8F91-643F-CFCA-99A9E8D63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8" name="Line 45">
              <a:extLst>
                <a:ext uri="{FF2B5EF4-FFF2-40B4-BE49-F238E27FC236}">
                  <a16:creationId xmlns:a16="http://schemas.microsoft.com/office/drawing/2014/main" id="{7D99FD76-5F5A-E096-C193-7E1F0D07C6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" name="Line 46">
              <a:extLst>
                <a:ext uri="{FF2B5EF4-FFF2-40B4-BE49-F238E27FC236}">
                  <a16:creationId xmlns:a16="http://schemas.microsoft.com/office/drawing/2014/main" id="{3684197F-258D-5AE2-EA09-0CF7DCD1A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" name="Line 47">
              <a:extLst>
                <a:ext uri="{FF2B5EF4-FFF2-40B4-BE49-F238E27FC236}">
                  <a16:creationId xmlns:a16="http://schemas.microsoft.com/office/drawing/2014/main" id="{CADCC5F4-4F38-02D0-04EC-856232C33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2" name="Group 48">
            <a:extLst>
              <a:ext uri="{FF2B5EF4-FFF2-40B4-BE49-F238E27FC236}">
                <a16:creationId xmlns:a16="http://schemas.microsoft.com/office/drawing/2014/main" id="{5E05C4EB-D238-D907-638B-4985E3008F49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828800"/>
            <a:ext cx="609600" cy="4876800"/>
            <a:chOff x="480" y="1152"/>
            <a:chExt cx="384" cy="3072"/>
          </a:xfrm>
        </p:grpSpPr>
        <p:sp>
          <p:nvSpPr>
            <p:cNvPr id="4181" name="Line 49">
              <a:extLst>
                <a:ext uri="{FF2B5EF4-FFF2-40B4-BE49-F238E27FC236}">
                  <a16:creationId xmlns:a16="http://schemas.microsoft.com/office/drawing/2014/main" id="{F0C172FD-408E-9E54-0927-E74D20FA4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2" name="Rectangle 50">
              <a:extLst>
                <a:ext uri="{FF2B5EF4-FFF2-40B4-BE49-F238E27FC236}">
                  <a16:creationId xmlns:a16="http://schemas.microsoft.com/office/drawing/2014/main" id="{5C61FEB3-358D-7D37-FF0E-C41847C09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83" name="Line 51">
              <a:extLst>
                <a:ext uri="{FF2B5EF4-FFF2-40B4-BE49-F238E27FC236}">
                  <a16:creationId xmlns:a16="http://schemas.microsoft.com/office/drawing/2014/main" id="{7BB1F385-758E-2B39-047E-71FDCB5AF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4" name="Line 52">
              <a:extLst>
                <a:ext uri="{FF2B5EF4-FFF2-40B4-BE49-F238E27FC236}">
                  <a16:creationId xmlns:a16="http://schemas.microsoft.com/office/drawing/2014/main" id="{40028B7B-F099-D9DE-5DF7-1E719A7E1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5" name="Line 53">
              <a:extLst>
                <a:ext uri="{FF2B5EF4-FFF2-40B4-BE49-F238E27FC236}">
                  <a16:creationId xmlns:a16="http://schemas.microsoft.com/office/drawing/2014/main" id="{586BB1EE-BDAA-4908-3565-9D8BF9439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6" name="Line 54">
              <a:extLst>
                <a:ext uri="{FF2B5EF4-FFF2-40B4-BE49-F238E27FC236}">
                  <a16:creationId xmlns:a16="http://schemas.microsoft.com/office/drawing/2014/main" id="{6C13103F-36E7-6BE2-99A7-57F37C40A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7" name="Line 55">
              <a:extLst>
                <a:ext uri="{FF2B5EF4-FFF2-40B4-BE49-F238E27FC236}">
                  <a16:creationId xmlns:a16="http://schemas.microsoft.com/office/drawing/2014/main" id="{0802C785-57ED-B4B0-F2A4-1615B00B4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8" name="Line 56">
              <a:extLst>
                <a:ext uri="{FF2B5EF4-FFF2-40B4-BE49-F238E27FC236}">
                  <a16:creationId xmlns:a16="http://schemas.microsoft.com/office/drawing/2014/main" id="{96BE3B3C-397F-2D64-9BFF-1D83E36D3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9" name="Line 57">
              <a:extLst>
                <a:ext uri="{FF2B5EF4-FFF2-40B4-BE49-F238E27FC236}">
                  <a16:creationId xmlns:a16="http://schemas.microsoft.com/office/drawing/2014/main" id="{81F084D5-CE55-782F-A9B6-66712E6582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0" name="Line 58">
              <a:extLst>
                <a:ext uri="{FF2B5EF4-FFF2-40B4-BE49-F238E27FC236}">
                  <a16:creationId xmlns:a16="http://schemas.microsoft.com/office/drawing/2014/main" id="{B2DFF0C7-5EF4-9659-E295-C07897DF62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3" name="Group 59">
            <a:extLst>
              <a:ext uri="{FF2B5EF4-FFF2-40B4-BE49-F238E27FC236}">
                <a16:creationId xmlns:a16="http://schemas.microsoft.com/office/drawing/2014/main" id="{A925DD82-7754-F779-1FA9-3FC32BAE148F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828800"/>
            <a:ext cx="609600" cy="4876800"/>
            <a:chOff x="480" y="1152"/>
            <a:chExt cx="384" cy="3072"/>
          </a:xfrm>
        </p:grpSpPr>
        <p:sp>
          <p:nvSpPr>
            <p:cNvPr id="4171" name="Line 60">
              <a:extLst>
                <a:ext uri="{FF2B5EF4-FFF2-40B4-BE49-F238E27FC236}">
                  <a16:creationId xmlns:a16="http://schemas.microsoft.com/office/drawing/2014/main" id="{E1FA8169-9469-48D1-4F80-C5493F3D0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2" name="Rectangle 61">
              <a:extLst>
                <a:ext uri="{FF2B5EF4-FFF2-40B4-BE49-F238E27FC236}">
                  <a16:creationId xmlns:a16="http://schemas.microsoft.com/office/drawing/2014/main" id="{26FC0BF6-F865-685A-CA2C-278F883AF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73" name="Line 62">
              <a:extLst>
                <a:ext uri="{FF2B5EF4-FFF2-40B4-BE49-F238E27FC236}">
                  <a16:creationId xmlns:a16="http://schemas.microsoft.com/office/drawing/2014/main" id="{0E682B2B-BD95-9D56-0017-4126C8755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4" name="Line 63">
              <a:extLst>
                <a:ext uri="{FF2B5EF4-FFF2-40B4-BE49-F238E27FC236}">
                  <a16:creationId xmlns:a16="http://schemas.microsoft.com/office/drawing/2014/main" id="{12DD4201-50EC-0E6E-BFFA-719C91E1F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5" name="Line 64">
              <a:extLst>
                <a:ext uri="{FF2B5EF4-FFF2-40B4-BE49-F238E27FC236}">
                  <a16:creationId xmlns:a16="http://schemas.microsoft.com/office/drawing/2014/main" id="{61D3ED6F-5797-3BF0-568C-6CA105FC9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6" name="Line 65">
              <a:extLst>
                <a:ext uri="{FF2B5EF4-FFF2-40B4-BE49-F238E27FC236}">
                  <a16:creationId xmlns:a16="http://schemas.microsoft.com/office/drawing/2014/main" id="{EB8FBA43-255D-90AF-F765-DEE53AC7A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7" name="Line 66">
              <a:extLst>
                <a:ext uri="{FF2B5EF4-FFF2-40B4-BE49-F238E27FC236}">
                  <a16:creationId xmlns:a16="http://schemas.microsoft.com/office/drawing/2014/main" id="{F608EA94-DD53-2B50-3F08-B148D8380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8" name="Line 67">
              <a:extLst>
                <a:ext uri="{FF2B5EF4-FFF2-40B4-BE49-F238E27FC236}">
                  <a16:creationId xmlns:a16="http://schemas.microsoft.com/office/drawing/2014/main" id="{05CDE71F-4388-0A55-CE45-1ACAD515C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9" name="Line 68">
              <a:extLst>
                <a:ext uri="{FF2B5EF4-FFF2-40B4-BE49-F238E27FC236}">
                  <a16:creationId xmlns:a16="http://schemas.microsoft.com/office/drawing/2014/main" id="{25711E76-C7DC-31E8-928D-F5066966A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0" name="Line 69">
              <a:extLst>
                <a:ext uri="{FF2B5EF4-FFF2-40B4-BE49-F238E27FC236}">
                  <a16:creationId xmlns:a16="http://schemas.microsoft.com/office/drawing/2014/main" id="{1508BFB6-7473-8E22-1951-CF0BB23A8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4" name="Group 70">
            <a:extLst>
              <a:ext uri="{FF2B5EF4-FFF2-40B4-BE49-F238E27FC236}">
                <a16:creationId xmlns:a16="http://schemas.microsoft.com/office/drawing/2014/main" id="{E8879859-262B-6D07-CB4B-A37F19B99DB9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828800"/>
            <a:ext cx="609600" cy="4876800"/>
            <a:chOff x="480" y="1152"/>
            <a:chExt cx="384" cy="3072"/>
          </a:xfrm>
        </p:grpSpPr>
        <p:sp>
          <p:nvSpPr>
            <p:cNvPr id="4161" name="Line 71">
              <a:extLst>
                <a:ext uri="{FF2B5EF4-FFF2-40B4-BE49-F238E27FC236}">
                  <a16:creationId xmlns:a16="http://schemas.microsoft.com/office/drawing/2014/main" id="{24B0C3D4-6E74-8CBA-A33F-39484EE29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2" name="Rectangle 72">
              <a:extLst>
                <a:ext uri="{FF2B5EF4-FFF2-40B4-BE49-F238E27FC236}">
                  <a16:creationId xmlns:a16="http://schemas.microsoft.com/office/drawing/2014/main" id="{EE22B4EA-10D9-F8A6-C1D6-822280C72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63" name="Line 73">
              <a:extLst>
                <a:ext uri="{FF2B5EF4-FFF2-40B4-BE49-F238E27FC236}">
                  <a16:creationId xmlns:a16="http://schemas.microsoft.com/office/drawing/2014/main" id="{D85D4693-FF21-2A46-F532-8D0F84A67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4" name="Line 74">
              <a:extLst>
                <a:ext uri="{FF2B5EF4-FFF2-40B4-BE49-F238E27FC236}">
                  <a16:creationId xmlns:a16="http://schemas.microsoft.com/office/drawing/2014/main" id="{9A67D525-D32E-AD0E-D713-CAC02845F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5" name="Line 75">
              <a:extLst>
                <a:ext uri="{FF2B5EF4-FFF2-40B4-BE49-F238E27FC236}">
                  <a16:creationId xmlns:a16="http://schemas.microsoft.com/office/drawing/2014/main" id="{E4D141AF-DE4B-A3F0-D383-576CF2F9A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6" name="Line 76">
              <a:extLst>
                <a:ext uri="{FF2B5EF4-FFF2-40B4-BE49-F238E27FC236}">
                  <a16:creationId xmlns:a16="http://schemas.microsoft.com/office/drawing/2014/main" id="{FCD988A5-81E6-8579-6F73-DCAA632312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7" name="Line 77">
              <a:extLst>
                <a:ext uri="{FF2B5EF4-FFF2-40B4-BE49-F238E27FC236}">
                  <a16:creationId xmlns:a16="http://schemas.microsoft.com/office/drawing/2014/main" id="{3FE09E03-E426-C3E3-D1DC-ABEB6E686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8" name="Line 78">
              <a:extLst>
                <a:ext uri="{FF2B5EF4-FFF2-40B4-BE49-F238E27FC236}">
                  <a16:creationId xmlns:a16="http://schemas.microsoft.com/office/drawing/2014/main" id="{89CBE9BA-EBF0-8D8B-B264-34BCC204C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9" name="Line 79">
              <a:extLst>
                <a:ext uri="{FF2B5EF4-FFF2-40B4-BE49-F238E27FC236}">
                  <a16:creationId xmlns:a16="http://schemas.microsoft.com/office/drawing/2014/main" id="{5439A41C-E63B-9913-C373-4CD177BC7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0" name="Line 80">
              <a:extLst>
                <a:ext uri="{FF2B5EF4-FFF2-40B4-BE49-F238E27FC236}">
                  <a16:creationId xmlns:a16="http://schemas.microsoft.com/office/drawing/2014/main" id="{7B8D1565-EA56-F37A-7D0A-4C351A52D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5" name="Group 81">
            <a:extLst>
              <a:ext uri="{FF2B5EF4-FFF2-40B4-BE49-F238E27FC236}">
                <a16:creationId xmlns:a16="http://schemas.microsoft.com/office/drawing/2014/main" id="{509A3407-29CF-2B85-49ED-12CECB3B4410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828800"/>
            <a:ext cx="609600" cy="4876800"/>
            <a:chOff x="480" y="1152"/>
            <a:chExt cx="384" cy="3072"/>
          </a:xfrm>
        </p:grpSpPr>
        <p:sp>
          <p:nvSpPr>
            <p:cNvPr id="4151" name="Line 82">
              <a:extLst>
                <a:ext uri="{FF2B5EF4-FFF2-40B4-BE49-F238E27FC236}">
                  <a16:creationId xmlns:a16="http://schemas.microsoft.com/office/drawing/2014/main" id="{13976481-6673-C681-88F0-CADCB21D7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2" name="Rectangle 83">
              <a:extLst>
                <a:ext uri="{FF2B5EF4-FFF2-40B4-BE49-F238E27FC236}">
                  <a16:creationId xmlns:a16="http://schemas.microsoft.com/office/drawing/2014/main" id="{52F36A96-767F-6440-3B66-EF17A2C12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53" name="Line 84">
              <a:extLst>
                <a:ext uri="{FF2B5EF4-FFF2-40B4-BE49-F238E27FC236}">
                  <a16:creationId xmlns:a16="http://schemas.microsoft.com/office/drawing/2014/main" id="{DFC5110B-F2EB-1278-FA7B-055B1F6DF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4" name="Line 85">
              <a:extLst>
                <a:ext uri="{FF2B5EF4-FFF2-40B4-BE49-F238E27FC236}">
                  <a16:creationId xmlns:a16="http://schemas.microsoft.com/office/drawing/2014/main" id="{5BAEBAB6-61F0-5437-584E-B1FC253D6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5" name="Line 86">
              <a:extLst>
                <a:ext uri="{FF2B5EF4-FFF2-40B4-BE49-F238E27FC236}">
                  <a16:creationId xmlns:a16="http://schemas.microsoft.com/office/drawing/2014/main" id="{5F6242CD-DDA6-C111-B14C-4BE9D3BB9A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6" name="Line 87">
              <a:extLst>
                <a:ext uri="{FF2B5EF4-FFF2-40B4-BE49-F238E27FC236}">
                  <a16:creationId xmlns:a16="http://schemas.microsoft.com/office/drawing/2014/main" id="{69B1D4C1-70F3-FE17-E792-92A245B7B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7" name="Line 88">
              <a:extLst>
                <a:ext uri="{FF2B5EF4-FFF2-40B4-BE49-F238E27FC236}">
                  <a16:creationId xmlns:a16="http://schemas.microsoft.com/office/drawing/2014/main" id="{458612F9-2C92-0AEA-3F29-5168D9256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8" name="Line 89">
              <a:extLst>
                <a:ext uri="{FF2B5EF4-FFF2-40B4-BE49-F238E27FC236}">
                  <a16:creationId xmlns:a16="http://schemas.microsoft.com/office/drawing/2014/main" id="{DE27C36C-6291-1279-BBD3-C07B284EA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9" name="Line 90">
              <a:extLst>
                <a:ext uri="{FF2B5EF4-FFF2-40B4-BE49-F238E27FC236}">
                  <a16:creationId xmlns:a16="http://schemas.microsoft.com/office/drawing/2014/main" id="{774A7203-B4FD-F321-5BAB-FF8614315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0" name="Line 91">
              <a:extLst>
                <a:ext uri="{FF2B5EF4-FFF2-40B4-BE49-F238E27FC236}">
                  <a16:creationId xmlns:a16="http://schemas.microsoft.com/office/drawing/2014/main" id="{6D77425E-02FB-F7C6-E424-9B2BF8394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6" name="Group 92">
            <a:extLst>
              <a:ext uri="{FF2B5EF4-FFF2-40B4-BE49-F238E27FC236}">
                <a16:creationId xmlns:a16="http://schemas.microsoft.com/office/drawing/2014/main" id="{607A0DEB-C085-7FEE-B1C4-2317120E0E2D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828800"/>
            <a:ext cx="609600" cy="4876800"/>
            <a:chOff x="480" y="1152"/>
            <a:chExt cx="384" cy="3072"/>
          </a:xfrm>
        </p:grpSpPr>
        <p:sp>
          <p:nvSpPr>
            <p:cNvPr id="4141" name="Line 93">
              <a:extLst>
                <a:ext uri="{FF2B5EF4-FFF2-40B4-BE49-F238E27FC236}">
                  <a16:creationId xmlns:a16="http://schemas.microsoft.com/office/drawing/2014/main" id="{3F90809F-A1DD-E7F6-800C-FCF2B9C04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2" name="Rectangle 94">
              <a:extLst>
                <a:ext uri="{FF2B5EF4-FFF2-40B4-BE49-F238E27FC236}">
                  <a16:creationId xmlns:a16="http://schemas.microsoft.com/office/drawing/2014/main" id="{C64949DE-ADB1-EEA2-B6BE-F0A490AFA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43" name="Line 95">
              <a:extLst>
                <a:ext uri="{FF2B5EF4-FFF2-40B4-BE49-F238E27FC236}">
                  <a16:creationId xmlns:a16="http://schemas.microsoft.com/office/drawing/2014/main" id="{AF79634F-DBB7-022A-0770-01A149B10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4" name="Line 96">
              <a:extLst>
                <a:ext uri="{FF2B5EF4-FFF2-40B4-BE49-F238E27FC236}">
                  <a16:creationId xmlns:a16="http://schemas.microsoft.com/office/drawing/2014/main" id="{19865495-D7EB-B48D-0EAF-A1147EEBB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5" name="Line 97">
              <a:extLst>
                <a:ext uri="{FF2B5EF4-FFF2-40B4-BE49-F238E27FC236}">
                  <a16:creationId xmlns:a16="http://schemas.microsoft.com/office/drawing/2014/main" id="{6AD88E03-1685-5A08-6520-5B9CC5B45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6" name="Line 98">
              <a:extLst>
                <a:ext uri="{FF2B5EF4-FFF2-40B4-BE49-F238E27FC236}">
                  <a16:creationId xmlns:a16="http://schemas.microsoft.com/office/drawing/2014/main" id="{CB93294C-1882-D75F-89BE-5A41862E76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7" name="Line 99">
              <a:extLst>
                <a:ext uri="{FF2B5EF4-FFF2-40B4-BE49-F238E27FC236}">
                  <a16:creationId xmlns:a16="http://schemas.microsoft.com/office/drawing/2014/main" id="{1A44506E-1C72-739C-EB2B-7E038043A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8" name="Line 100">
              <a:extLst>
                <a:ext uri="{FF2B5EF4-FFF2-40B4-BE49-F238E27FC236}">
                  <a16:creationId xmlns:a16="http://schemas.microsoft.com/office/drawing/2014/main" id="{D7F564E3-5A8D-FAC3-0CB6-B3C16C572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9" name="Line 101">
              <a:extLst>
                <a:ext uri="{FF2B5EF4-FFF2-40B4-BE49-F238E27FC236}">
                  <a16:creationId xmlns:a16="http://schemas.microsoft.com/office/drawing/2014/main" id="{9F087C89-3E45-C95E-935D-5DE9BE1C4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0" name="Line 102">
              <a:extLst>
                <a:ext uri="{FF2B5EF4-FFF2-40B4-BE49-F238E27FC236}">
                  <a16:creationId xmlns:a16="http://schemas.microsoft.com/office/drawing/2014/main" id="{51CAD2AF-C855-E648-71C5-820F78D25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7" name="Group 103">
            <a:extLst>
              <a:ext uri="{FF2B5EF4-FFF2-40B4-BE49-F238E27FC236}">
                <a16:creationId xmlns:a16="http://schemas.microsoft.com/office/drawing/2014/main" id="{2A8E492C-7AEC-60D3-BC9D-2970DD35D1A5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828800"/>
            <a:ext cx="609600" cy="4876800"/>
            <a:chOff x="480" y="1152"/>
            <a:chExt cx="384" cy="3072"/>
          </a:xfrm>
        </p:grpSpPr>
        <p:sp>
          <p:nvSpPr>
            <p:cNvPr id="4131" name="Line 104">
              <a:extLst>
                <a:ext uri="{FF2B5EF4-FFF2-40B4-BE49-F238E27FC236}">
                  <a16:creationId xmlns:a16="http://schemas.microsoft.com/office/drawing/2014/main" id="{80370089-F9C3-9C89-1EDA-A8220D49D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Rectangle 105">
              <a:extLst>
                <a:ext uri="{FF2B5EF4-FFF2-40B4-BE49-F238E27FC236}">
                  <a16:creationId xmlns:a16="http://schemas.microsoft.com/office/drawing/2014/main" id="{02FE0CAB-A7DB-66DD-84EF-785435B3A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33" name="Line 106">
              <a:extLst>
                <a:ext uri="{FF2B5EF4-FFF2-40B4-BE49-F238E27FC236}">
                  <a16:creationId xmlns:a16="http://schemas.microsoft.com/office/drawing/2014/main" id="{39DB4458-0267-943C-E67E-B04BD367B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07">
              <a:extLst>
                <a:ext uri="{FF2B5EF4-FFF2-40B4-BE49-F238E27FC236}">
                  <a16:creationId xmlns:a16="http://schemas.microsoft.com/office/drawing/2014/main" id="{7C912E09-449F-F09B-50AF-8A3FE47B1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08">
              <a:extLst>
                <a:ext uri="{FF2B5EF4-FFF2-40B4-BE49-F238E27FC236}">
                  <a16:creationId xmlns:a16="http://schemas.microsoft.com/office/drawing/2014/main" id="{DBFC3FD7-31E1-241E-AE74-E44DC76350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09">
              <a:extLst>
                <a:ext uri="{FF2B5EF4-FFF2-40B4-BE49-F238E27FC236}">
                  <a16:creationId xmlns:a16="http://schemas.microsoft.com/office/drawing/2014/main" id="{D3951D8A-CED7-E61D-649D-DEBC71DF0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10">
              <a:extLst>
                <a:ext uri="{FF2B5EF4-FFF2-40B4-BE49-F238E27FC236}">
                  <a16:creationId xmlns:a16="http://schemas.microsoft.com/office/drawing/2014/main" id="{719848B3-D70D-DC96-91D1-25EEBEF01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11">
              <a:extLst>
                <a:ext uri="{FF2B5EF4-FFF2-40B4-BE49-F238E27FC236}">
                  <a16:creationId xmlns:a16="http://schemas.microsoft.com/office/drawing/2014/main" id="{2E534FD0-2C8A-88DB-D69D-036928EF8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12">
              <a:extLst>
                <a:ext uri="{FF2B5EF4-FFF2-40B4-BE49-F238E27FC236}">
                  <a16:creationId xmlns:a16="http://schemas.microsoft.com/office/drawing/2014/main" id="{90FFB795-422E-4176-6942-447D827A4D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13">
              <a:extLst>
                <a:ext uri="{FF2B5EF4-FFF2-40B4-BE49-F238E27FC236}">
                  <a16:creationId xmlns:a16="http://schemas.microsoft.com/office/drawing/2014/main" id="{1FA2C053-48A4-A572-CEAD-BF860A4F3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8" name="Rectangle 117">
            <a:extLst>
              <a:ext uri="{FF2B5EF4-FFF2-40B4-BE49-F238E27FC236}">
                <a16:creationId xmlns:a16="http://schemas.microsoft.com/office/drawing/2014/main" id="{770BDAB3-0B82-531A-D27D-E87D7B7AC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05000"/>
            <a:ext cx="547688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[ 0 ]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[ 1 ]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[ 2 ]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[ 3 ]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[ 4 ]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[ 5 ]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[ 6 ]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[ 7 ]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[ 8 ]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[ 9 ]</a:t>
            </a:r>
          </a:p>
        </p:txBody>
      </p:sp>
      <p:grpSp>
        <p:nvGrpSpPr>
          <p:cNvPr id="4109" name="Group 125">
            <a:extLst>
              <a:ext uri="{FF2B5EF4-FFF2-40B4-BE49-F238E27FC236}">
                <a16:creationId xmlns:a16="http://schemas.microsoft.com/office/drawing/2014/main" id="{08CA8B5D-7BB6-4B53-E2B8-8CFD86223AA3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1828800"/>
            <a:ext cx="609600" cy="4876800"/>
            <a:chOff x="480" y="1152"/>
            <a:chExt cx="384" cy="3072"/>
          </a:xfrm>
        </p:grpSpPr>
        <p:sp>
          <p:nvSpPr>
            <p:cNvPr id="4121" name="Line 126">
              <a:extLst>
                <a:ext uri="{FF2B5EF4-FFF2-40B4-BE49-F238E27FC236}">
                  <a16:creationId xmlns:a16="http://schemas.microsoft.com/office/drawing/2014/main" id="{6A87862A-6919-EAC6-EB54-FC6A5BBB0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2" name="Rectangle 127">
              <a:extLst>
                <a:ext uri="{FF2B5EF4-FFF2-40B4-BE49-F238E27FC236}">
                  <a16:creationId xmlns:a16="http://schemas.microsoft.com/office/drawing/2014/main" id="{BA9FC10D-57E7-0350-E3B5-B8D379C5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23" name="Line 128">
              <a:extLst>
                <a:ext uri="{FF2B5EF4-FFF2-40B4-BE49-F238E27FC236}">
                  <a16:creationId xmlns:a16="http://schemas.microsoft.com/office/drawing/2014/main" id="{67AB276E-511C-4750-3BA0-F94223DC3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4" name="Line 129">
              <a:extLst>
                <a:ext uri="{FF2B5EF4-FFF2-40B4-BE49-F238E27FC236}">
                  <a16:creationId xmlns:a16="http://schemas.microsoft.com/office/drawing/2014/main" id="{F1738CDC-EB5F-39D7-73B9-25891444C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Line 130">
              <a:extLst>
                <a:ext uri="{FF2B5EF4-FFF2-40B4-BE49-F238E27FC236}">
                  <a16:creationId xmlns:a16="http://schemas.microsoft.com/office/drawing/2014/main" id="{5FE04515-54BA-0C03-0F76-93E588D4A9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6" name="Line 131">
              <a:extLst>
                <a:ext uri="{FF2B5EF4-FFF2-40B4-BE49-F238E27FC236}">
                  <a16:creationId xmlns:a16="http://schemas.microsoft.com/office/drawing/2014/main" id="{9D196F07-D8A3-7BA7-781A-25473892B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32">
              <a:extLst>
                <a:ext uri="{FF2B5EF4-FFF2-40B4-BE49-F238E27FC236}">
                  <a16:creationId xmlns:a16="http://schemas.microsoft.com/office/drawing/2014/main" id="{B3311AB4-2B34-9E71-C460-DEE67DEA34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33">
              <a:extLst>
                <a:ext uri="{FF2B5EF4-FFF2-40B4-BE49-F238E27FC236}">
                  <a16:creationId xmlns:a16="http://schemas.microsoft.com/office/drawing/2014/main" id="{10A7539D-D310-8153-6B49-D2D2EBCC1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34">
              <a:extLst>
                <a:ext uri="{FF2B5EF4-FFF2-40B4-BE49-F238E27FC236}">
                  <a16:creationId xmlns:a16="http://schemas.microsoft.com/office/drawing/2014/main" id="{7DBC7D73-1DF1-927D-CA83-94CAAF246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35">
              <a:extLst>
                <a:ext uri="{FF2B5EF4-FFF2-40B4-BE49-F238E27FC236}">
                  <a16:creationId xmlns:a16="http://schemas.microsoft.com/office/drawing/2014/main" id="{EB475D1E-95C7-DD79-C530-DC31B8E44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10" name="Group 136">
            <a:extLst>
              <a:ext uri="{FF2B5EF4-FFF2-40B4-BE49-F238E27FC236}">
                <a16:creationId xmlns:a16="http://schemas.microsoft.com/office/drawing/2014/main" id="{55D5CA03-0EDB-1668-EFB9-069832A1D8DD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1828800"/>
            <a:ext cx="609600" cy="4876800"/>
            <a:chOff x="480" y="1152"/>
            <a:chExt cx="384" cy="3072"/>
          </a:xfrm>
        </p:grpSpPr>
        <p:sp>
          <p:nvSpPr>
            <p:cNvPr id="4111" name="Line 137">
              <a:extLst>
                <a:ext uri="{FF2B5EF4-FFF2-40B4-BE49-F238E27FC236}">
                  <a16:creationId xmlns:a16="http://schemas.microsoft.com/office/drawing/2014/main" id="{01A40DD6-7A96-8D59-565A-5FFD42B37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2" name="Rectangle 138">
              <a:extLst>
                <a:ext uri="{FF2B5EF4-FFF2-40B4-BE49-F238E27FC236}">
                  <a16:creationId xmlns:a16="http://schemas.microsoft.com/office/drawing/2014/main" id="{90A44B2B-8415-D775-0CA8-C483BC482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13" name="Line 139">
              <a:extLst>
                <a:ext uri="{FF2B5EF4-FFF2-40B4-BE49-F238E27FC236}">
                  <a16:creationId xmlns:a16="http://schemas.microsoft.com/office/drawing/2014/main" id="{B9465260-2061-F6D4-A4F4-D89299A36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4" name="Line 140">
              <a:extLst>
                <a:ext uri="{FF2B5EF4-FFF2-40B4-BE49-F238E27FC236}">
                  <a16:creationId xmlns:a16="http://schemas.microsoft.com/office/drawing/2014/main" id="{E94D8D4E-0662-7688-796E-7421C5D2A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5" name="Line 141">
              <a:extLst>
                <a:ext uri="{FF2B5EF4-FFF2-40B4-BE49-F238E27FC236}">
                  <a16:creationId xmlns:a16="http://schemas.microsoft.com/office/drawing/2014/main" id="{E041FA45-525D-6BD0-4A8E-5D5F526F8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6" name="Line 142">
              <a:extLst>
                <a:ext uri="{FF2B5EF4-FFF2-40B4-BE49-F238E27FC236}">
                  <a16:creationId xmlns:a16="http://schemas.microsoft.com/office/drawing/2014/main" id="{146EAFB3-C6D0-AC3E-F390-BBF154236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7" name="Line 143">
              <a:extLst>
                <a:ext uri="{FF2B5EF4-FFF2-40B4-BE49-F238E27FC236}">
                  <a16:creationId xmlns:a16="http://schemas.microsoft.com/office/drawing/2014/main" id="{3243ECB2-A3C0-B871-7F54-D57D0B779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8" name="Line 144">
              <a:extLst>
                <a:ext uri="{FF2B5EF4-FFF2-40B4-BE49-F238E27FC236}">
                  <a16:creationId xmlns:a16="http://schemas.microsoft.com/office/drawing/2014/main" id="{37DB6F83-B16F-2E5E-B899-84D1F23F40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9" name="Line 145">
              <a:extLst>
                <a:ext uri="{FF2B5EF4-FFF2-40B4-BE49-F238E27FC236}">
                  <a16:creationId xmlns:a16="http://schemas.microsoft.com/office/drawing/2014/main" id="{900A561C-BBC0-584A-F04B-9F45FF3CA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0" name="Line 146">
              <a:extLst>
                <a:ext uri="{FF2B5EF4-FFF2-40B4-BE49-F238E27FC236}">
                  <a16:creationId xmlns:a16="http://schemas.microsoft.com/office/drawing/2014/main" id="{D77841B8-DA46-432C-F32E-996B2DD6B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Rectangle 120">
            <a:extLst>
              <a:ext uri="{FF2B5EF4-FFF2-40B4-BE49-F238E27FC236}">
                <a16:creationId xmlns:a16="http://schemas.microsoft.com/office/drawing/2014/main" id="{0DD26B35-7A36-E881-2946-E72F5EE84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932" y="1870075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</p:txBody>
      </p:sp>
      <p:sp>
        <p:nvSpPr>
          <p:cNvPr id="5" name="Rectangle 120">
            <a:extLst>
              <a:ext uri="{FF2B5EF4-FFF2-40B4-BE49-F238E27FC236}">
                <a16:creationId xmlns:a16="http://schemas.microsoft.com/office/drawing/2014/main" id="{BF0AC753-C301-A7B5-0D8A-669B98140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235" y="1870074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6" name="Rectangle 120">
            <a:extLst>
              <a:ext uri="{FF2B5EF4-FFF2-40B4-BE49-F238E27FC236}">
                <a16:creationId xmlns:a16="http://schemas.microsoft.com/office/drawing/2014/main" id="{7A7DD101-3D0E-19F5-860B-26D9EA608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6110" y="1870074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7" name="Rectangle 120">
            <a:extLst>
              <a:ext uri="{FF2B5EF4-FFF2-40B4-BE49-F238E27FC236}">
                <a16:creationId xmlns:a16="http://schemas.microsoft.com/office/drawing/2014/main" id="{6B2E717E-5FB4-AEB2-FC4C-0C6342388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985" y="1905000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8" name="Rectangle 120">
            <a:extLst>
              <a:ext uri="{FF2B5EF4-FFF2-40B4-BE49-F238E27FC236}">
                <a16:creationId xmlns:a16="http://schemas.microsoft.com/office/drawing/2014/main" id="{8274DD23-7414-82EC-F57A-F39873847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7860" y="1870074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9" name="Rectangle 120">
            <a:extLst>
              <a:ext uri="{FF2B5EF4-FFF2-40B4-BE49-F238E27FC236}">
                <a16:creationId xmlns:a16="http://schemas.microsoft.com/office/drawing/2014/main" id="{1B9F681F-26D2-24B9-FE12-1986473E8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470" y="1870073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11" name="Rectangle 120">
            <a:extLst>
              <a:ext uri="{FF2B5EF4-FFF2-40B4-BE49-F238E27FC236}">
                <a16:creationId xmlns:a16="http://schemas.microsoft.com/office/drawing/2014/main" id="{11EEF3C1-D1D0-1BCA-C2F5-295274AE0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6038" y="1844532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12" name="Rectangle 120">
            <a:extLst>
              <a:ext uri="{FF2B5EF4-FFF2-40B4-BE49-F238E27FC236}">
                <a16:creationId xmlns:a16="http://schemas.microsoft.com/office/drawing/2014/main" id="{7539AE17-D046-0323-88B2-D9D1086D9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606" y="1876063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13" name="Rectangle 120">
            <a:extLst>
              <a:ext uri="{FF2B5EF4-FFF2-40B4-BE49-F238E27FC236}">
                <a16:creationId xmlns:a16="http://schemas.microsoft.com/office/drawing/2014/main" id="{D83BF1E4-03EA-006F-0441-494E5D6E8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481" y="1870072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14" name="Rectangle 120">
            <a:extLst>
              <a:ext uri="{FF2B5EF4-FFF2-40B4-BE49-F238E27FC236}">
                <a16:creationId xmlns:a16="http://schemas.microsoft.com/office/drawing/2014/main" id="{9B926FF5-7177-1BBE-4C40-4D23BC9FA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091" y="1903073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15" name="Rectangle 120">
            <a:extLst>
              <a:ext uri="{FF2B5EF4-FFF2-40B4-BE49-F238E27FC236}">
                <a16:creationId xmlns:a16="http://schemas.microsoft.com/office/drawing/2014/main" id="{AD406C7B-F317-F86A-5875-5F8C829D5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008" y="1844532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16" name="Rectangle 120">
            <a:extLst>
              <a:ext uri="{FF2B5EF4-FFF2-40B4-BE49-F238E27FC236}">
                <a16:creationId xmlns:a16="http://schemas.microsoft.com/office/drawing/2014/main" id="{7A6A27C4-FF13-1B20-0DF4-EC4C652B0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4576" y="1903073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A102D308-7DCC-8DD5-7644-1E97A7B57AA2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752600"/>
            <a:ext cx="609600" cy="4876800"/>
            <a:chOff x="480" y="1152"/>
            <a:chExt cx="384" cy="3072"/>
          </a:xfrm>
        </p:grpSpPr>
        <p:sp>
          <p:nvSpPr>
            <p:cNvPr id="5245" name="Line 3">
              <a:extLst>
                <a:ext uri="{FF2B5EF4-FFF2-40B4-BE49-F238E27FC236}">
                  <a16:creationId xmlns:a16="http://schemas.microsoft.com/office/drawing/2014/main" id="{EA19FFE8-78F5-1AE2-6661-1D82EC6EA2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6" name="Rectangle 4">
              <a:extLst>
                <a:ext uri="{FF2B5EF4-FFF2-40B4-BE49-F238E27FC236}">
                  <a16:creationId xmlns:a16="http://schemas.microsoft.com/office/drawing/2014/main" id="{8EA1AC59-A147-09F7-38B1-FBE697A12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47" name="Line 5">
              <a:extLst>
                <a:ext uri="{FF2B5EF4-FFF2-40B4-BE49-F238E27FC236}">
                  <a16:creationId xmlns:a16="http://schemas.microsoft.com/office/drawing/2014/main" id="{8A0CEE7B-7459-588C-1313-9FD12E410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8" name="Line 6">
              <a:extLst>
                <a:ext uri="{FF2B5EF4-FFF2-40B4-BE49-F238E27FC236}">
                  <a16:creationId xmlns:a16="http://schemas.microsoft.com/office/drawing/2014/main" id="{9F4EFACC-1BB8-A287-C09A-F63776FCB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9" name="Line 7">
              <a:extLst>
                <a:ext uri="{FF2B5EF4-FFF2-40B4-BE49-F238E27FC236}">
                  <a16:creationId xmlns:a16="http://schemas.microsoft.com/office/drawing/2014/main" id="{69EA2367-8102-B4BD-3473-F34BE8C481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0" name="Line 8">
              <a:extLst>
                <a:ext uri="{FF2B5EF4-FFF2-40B4-BE49-F238E27FC236}">
                  <a16:creationId xmlns:a16="http://schemas.microsoft.com/office/drawing/2014/main" id="{F049D3EA-DAD8-B332-B20D-66199A114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1" name="Line 9">
              <a:extLst>
                <a:ext uri="{FF2B5EF4-FFF2-40B4-BE49-F238E27FC236}">
                  <a16:creationId xmlns:a16="http://schemas.microsoft.com/office/drawing/2014/main" id="{A9CEF93C-2232-8630-21A3-52744D0097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2" name="Line 10">
              <a:extLst>
                <a:ext uri="{FF2B5EF4-FFF2-40B4-BE49-F238E27FC236}">
                  <a16:creationId xmlns:a16="http://schemas.microsoft.com/office/drawing/2014/main" id="{5089F43C-30F5-8693-7890-9C3CD378C3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3" name="Line 11">
              <a:extLst>
                <a:ext uri="{FF2B5EF4-FFF2-40B4-BE49-F238E27FC236}">
                  <a16:creationId xmlns:a16="http://schemas.microsoft.com/office/drawing/2014/main" id="{4EE8A852-08BC-D77C-1CB3-1B7FC6BE4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4" name="Line 12">
              <a:extLst>
                <a:ext uri="{FF2B5EF4-FFF2-40B4-BE49-F238E27FC236}">
                  <a16:creationId xmlns:a16="http://schemas.microsoft.com/office/drawing/2014/main" id="{F5187DC9-5C30-9B19-6922-0992597E5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3" name="Group 13">
            <a:extLst>
              <a:ext uri="{FF2B5EF4-FFF2-40B4-BE49-F238E27FC236}">
                <a16:creationId xmlns:a16="http://schemas.microsoft.com/office/drawing/2014/main" id="{9C69FA0E-CAA9-88E5-6AB9-917C47F7C049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752600"/>
            <a:ext cx="609600" cy="4876800"/>
            <a:chOff x="480" y="1152"/>
            <a:chExt cx="384" cy="3072"/>
          </a:xfrm>
        </p:grpSpPr>
        <p:sp>
          <p:nvSpPr>
            <p:cNvPr id="5235" name="Line 14">
              <a:extLst>
                <a:ext uri="{FF2B5EF4-FFF2-40B4-BE49-F238E27FC236}">
                  <a16:creationId xmlns:a16="http://schemas.microsoft.com/office/drawing/2014/main" id="{EAF676DA-D83A-51FA-3DAF-DB5EBADDC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6" name="Rectangle 15">
              <a:extLst>
                <a:ext uri="{FF2B5EF4-FFF2-40B4-BE49-F238E27FC236}">
                  <a16:creationId xmlns:a16="http://schemas.microsoft.com/office/drawing/2014/main" id="{235026E6-FBAA-8382-31E1-68479E9B8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37" name="Line 16">
              <a:extLst>
                <a:ext uri="{FF2B5EF4-FFF2-40B4-BE49-F238E27FC236}">
                  <a16:creationId xmlns:a16="http://schemas.microsoft.com/office/drawing/2014/main" id="{3C82D4CB-9B0B-8AA7-7B48-ECA6BEE3F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8" name="Line 17">
              <a:extLst>
                <a:ext uri="{FF2B5EF4-FFF2-40B4-BE49-F238E27FC236}">
                  <a16:creationId xmlns:a16="http://schemas.microsoft.com/office/drawing/2014/main" id="{79F3834D-186C-4F59-56FA-1B76A7A138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9" name="Line 18">
              <a:extLst>
                <a:ext uri="{FF2B5EF4-FFF2-40B4-BE49-F238E27FC236}">
                  <a16:creationId xmlns:a16="http://schemas.microsoft.com/office/drawing/2014/main" id="{7A24ACCF-344B-9008-52D0-E36756141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0" name="Line 19">
              <a:extLst>
                <a:ext uri="{FF2B5EF4-FFF2-40B4-BE49-F238E27FC236}">
                  <a16:creationId xmlns:a16="http://schemas.microsoft.com/office/drawing/2014/main" id="{C4D37404-48A1-BBE8-8072-6808AAFF8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1" name="Line 20">
              <a:extLst>
                <a:ext uri="{FF2B5EF4-FFF2-40B4-BE49-F238E27FC236}">
                  <a16:creationId xmlns:a16="http://schemas.microsoft.com/office/drawing/2014/main" id="{D264FB33-D25A-97AA-22C0-C796C7F5F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2" name="Line 21">
              <a:extLst>
                <a:ext uri="{FF2B5EF4-FFF2-40B4-BE49-F238E27FC236}">
                  <a16:creationId xmlns:a16="http://schemas.microsoft.com/office/drawing/2014/main" id="{27620E66-0BF5-7DCE-79EE-B0D3B1334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3" name="Line 22">
              <a:extLst>
                <a:ext uri="{FF2B5EF4-FFF2-40B4-BE49-F238E27FC236}">
                  <a16:creationId xmlns:a16="http://schemas.microsoft.com/office/drawing/2014/main" id="{F2756BC6-6D14-EB9D-50A0-E61CE9363E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4" name="Line 23">
              <a:extLst>
                <a:ext uri="{FF2B5EF4-FFF2-40B4-BE49-F238E27FC236}">
                  <a16:creationId xmlns:a16="http://schemas.microsoft.com/office/drawing/2014/main" id="{5AFC285D-846D-6ED5-4C57-57E2B0A45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4" name="Group 24">
            <a:extLst>
              <a:ext uri="{FF2B5EF4-FFF2-40B4-BE49-F238E27FC236}">
                <a16:creationId xmlns:a16="http://schemas.microsoft.com/office/drawing/2014/main" id="{54A70F1E-6034-66DA-266D-AF5DB3A0F784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752600"/>
            <a:ext cx="609600" cy="4876800"/>
            <a:chOff x="480" y="1152"/>
            <a:chExt cx="384" cy="3072"/>
          </a:xfrm>
        </p:grpSpPr>
        <p:sp>
          <p:nvSpPr>
            <p:cNvPr id="5225" name="Line 25">
              <a:extLst>
                <a:ext uri="{FF2B5EF4-FFF2-40B4-BE49-F238E27FC236}">
                  <a16:creationId xmlns:a16="http://schemas.microsoft.com/office/drawing/2014/main" id="{5F225670-5875-1102-1948-DE9F4BE22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6" name="Rectangle 26">
              <a:extLst>
                <a:ext uri="{FF2B5EF4-FFF2-40B4-BE49-F238E27FC236}">
                  <a16:creationId xmlns:a16="http://schemas.microsoft.com/office/drawing/2014/main" id="{5AF2E56F-9A79-F5F1-D5F6-DDBCE210C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27" name="Line 27">
              <a:extLst>
                <a:ext uri="{FF2B5EF4-FFF2-40B4-BE49-F238E27FC236}">
                  <a16:creationId xmlns:a16="http://schemas.microsoft.com/office/drawing/2014/main" id="{372EB87A-CD83-C36A-3D25-8E5567E14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8" name="Line 28">
              <a:extLst>
                <a:ext uri="{FF2B5EF4-FFF2-40B4-BE49-F238E27FC236}">
                  <a16:creationId xmlns:a16="http://schemas.microsoft.com/office/drawing/2014/main" id="{4A0A8DE9-E527-9D57-BA05-5D667AF7FB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9" name="Line 29">
              <a:extLst>
                <a:ext uri="{FF2B5EF4-FFF2-40B4-BE49-F238E27FC236}">
                  <a16:creationId xmlns:a16="http://schemas.microsoft.com/office/drawing/2014/main" id="{D4130025-9772-A752-7302-5AC0D9C18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0" name="Line 30">
              <a:extLst>
                <a:ext uri="{FF2B5EF4-FFF2-40B4-BE49-F238E27FC236}">
                  <a16:creationId xmlns:a16="http://schemas.microsoft.com/office/drawing/2014/main" id="{9FAB5455-093B-3EF7-0E0D-758906B18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1" name="Line 31">
              <a:extLst>
                <a:ext uri="{FF2B5EF4-FFF2-40B4-BE49-F238E27FC236}">
                  <a16:creationId xmlns:a16="http://schemas.microsoft.com/office/drawing/2014/main" id="{8A662B23-F1EF-4E69-E87D-2F76998BA2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2" name="Line 32">
              <a:extLst>
                <a:ext uri="{FF2B5EF4-FFF2-40B4-BE49-F238E27FC236}">
                  <a16:creationId xmlns:a16="http://schemas.microsoft.com/office/drawing/2014/main" id="{E3A3AE6F-1F5B-4844-DC66-B6B3607DF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3" name="Line 33">
              <a:extLst>
                <a:ext uri="{FF2B5EF4-FFF2-40B4-BE49-F238E27FC236}">
                  <a16:creationId xmlns:a16="http://schemas.microsoft.com/office/drawing/2014/main" id="{149C8BF7-4D15-7BEF-919F-435AAF42A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4" name="Line 34">
              <a:extLst>
                <a:ext uri="{FF2B5EF4-FFF2-40B4-BE49-F238E27FC236}">
                  <a16:creationId xmlns:a16="http://schemas.microsoft.com/office/drawing/2014/main" id="{D6D3F6F8-70C9-B349-E6AA-F489A10BD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5" name="Group 35">
            <a:extLst>
              <a:ext uri="{FF2B5EF4-FFF2-40B4-BE49-F238E27FC236}">
                <a16:creationId xmlns:a16="http://schemas.microsoft.com/office/drawing/2014/main" id="{5D28A805-B7E6-E502-5620-7EF5F94252B6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752600"/>
            <a:ext cx="609600" cy="4876800"/>
            <a:chOff x="480" y="1152"/>
            <a:chExt cx="384" cy="3072"/>
          </a:xfrm>
        </p:grpSpPr>
        <p:sp>
          <p:nvSpPr>
            <p:cNvPr id="5215" name="Line 36">
              <a:extLst>
                <a:ext uri="{FF2B5EF4-FFF2-40B4-BE49-F238E27FC236}">
                  <a16:creationId xmlns:a16="http://schemas.microsoft.com/office/drawing/2014/main" id="{0778701B-91FB-86D4-A960-AB69759C5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6" name="Rectangle 37">
              <a:extLst>
                <a:ext uri="{FF2B5EF4-FFF2-40B4-BE49-F238E27FC236}">
                  <a16:creationId xmlns:a16="http://schemas.microsoft.com/office/drawing/2014/main" id="{639698B3-A637-EE0F-9017-7F48AB19C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17" name="Line 38">
              <a:extLst>
                <a:ext uri="{FF2B5EF4-FFF2-40B4-BE49-F238E27FC236}">
                  <a16:creationId xmlns:a16="http://schemas.microsoft.com/office/drawing/2014/main" id="{41E59E2B-E8F9-27AA-1979-91019EAACC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8" name="Line 39">
              <a:extLst>
                <a:ext uri="{FF2B5EF4-FFF2-40B4-BE49-F238E27FC236}">
                  <a16:creationId xmlns:a16="http://schemas.microsoft.com/office/drawing/2014/main" id="{72F605BC-7086-1207-114D-BEF4E0285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9" name="Line 40">
              <a:extLst>
                <a:ext uri="{FF2B5EF4-FFF2-40B4-BE49-F238E27FC236}">
                  <a16:creationId xmlns:a16="http://schemas.microsoft.com/office/drawing/2014/main" id="{6F0C510F-F2AB-36B9-F6E7-44CD024CD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0" name="Line 41">
              <a:extLst>
                <a:ext uri="{FF2B5EF4-FFF2-40B4-BE49-F238E27FC236}">
                  <a16:creationId xmlns:a16="http://schemas.microsoft.com/office/drawing/2014/main" id="{AE381306-B3B5-3435-39F6-C1B9864AE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1" name="Line 42">
              <a:extLst>
                <a:ext uri="{FF2B5EF4-FFF2-40B4-BE49-F238E27FC236}">
                  <a16:creationId xmlns:a16="http://schemas.microsoft.com/office/drawing/2014/main" id="{71D8AFCE-FE6C-4C27-1B54-8102518C1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" name="Line 43">
              <a:extLst>
                <a:ext uri="{FF2B5EF4-FFF2-40B4-BE49-F238E27FC236}">
                  <a16:creationId xmlns:a16="http://schemas.microsoft.com/office/drawing/2014/main" id="{C2E5100C-5B3D-1FF1-C884-B4F863B0D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" name="Line 44">
              <a:extLst>
                <a:ext uri="{FF2B5EF4-FFF2-40B4-BE49-F238E27FC236}">
                  <a16:creationId xmlns:a16="http://schemas.microsoft.com/office/drawing/2014/main" id="{3C917EFF-7AA6-D410-B76B-A5BCD9B5E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" name="Line 45">
              <a:extLst>
                <a:ext uri="{FF2B5EF4-FFF2-40B4-BE49-F238E27FC236}">
                  <a16:creationId xmlns:a16="http://schemas.microsoft.com/office/drawing/2014/main" id="{45DF0A40-630F-6853-45ED-9E6F99EDA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6" name="Group 46">
            <a:extLst>
              <a:ext uri="{FF2B5EF4-FFF2-40B4-BE49-F238E27FC236}">
                <a16:creationId xmlns:a16="http://schemas.microsoft.com/office/drawing/2014/main" id="{54ECC4AC-821B-27E7-C561-B210AC7D2FC3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752600"/>
            <a:ext cx="609600" cy="4876800"/>
            <a:chOff x="480" y="1152"/>
            <a:chExt cx="384" cy="3072"/>
          </a:xfrm>
        </p:grpSpPr>
        <p:sp>
          <p:nvSpPr>
            <p:cNvPr id="5205" name="Line 47">
              <a:extLst>
                <a:ext uri="{FF2B5EF4-FFF2-40B4-BE49-F238E27FC236}">
                  <a16:creationId xmlns:a16="http://schemas.microsoft.com/office/drawing/2014/main" id="{497CF5EB-67E8-3BD2-B86C-8A5162511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6" name="Rectangle 48">
              <a:extLst>
                <a:ext uri="{FF2B5EF4-FFF2-40B4-BE49-F238E27FC236}">
                  <a16:creationId xmlns:a16="http://schemas.microsoft.com/office/drawing/2014/main" id="{4957C565-1F68-D502-22AE-07C022A15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07" name="Line 49">
              <a:extLst>
                <a:ext uri="{FF2B5EF4-FFF2-40B4-BE49-F238E27FC236}">
                  <a16:creationId xmlns:a16="http://schemas.microsoft.com/office/drawing/2014/main" id="{4262C989-9395-C784-FD7D-77D92F9C8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8" name="Line 50">
              <a:extLst>
                <a:ext uri="{FF2B5EF4-FFF2-40B4-BE49-F238E27FC236}">
                  <a16:creationId xmlns:a16="http://schemas.microsoft.com/office/drawing/2014/main" id="{9FFAADAB-6370-352B-587D-4E63AF5A5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9" name="Line 51">
              <a:extLst>
                <a:ext uri="{FF2B5EF4-FFF2-40B4-BE49-F238E27FC236}">
                  <a16:creationId xmlns:a16="http://schemas.microsoft.com/office/drawing/2014/main" id="{305F2C94-4E83-6D4C-FC10-FCDC0252B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0" name="Line 52">
              <a:extLst>
                <a:ext uri="{FF2B5EF4-FFF2-40B4-BE49-F238E27FC236}">
                  <a16:creationId xmlns:a16="http://schemas.microsoft.com/office/drawing/2014/main" id="{B9BB53DD-91E7-7B43-5028-870EB0E0E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1" name="Line 53">
              <a:extLst>
                <a:ext uri="{FF2B5EF4-FFF2-40B4-BE49-F238E27FC236}">
                  <a16:creationId xmlns:a16="http://schemas.microsoft.com/office/drawing/2014/main" id="{78478CFF-D34C-FC9B-7BCE-1B94DF8AE3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2" name="Line 54">
              <a:extLst>
                <a:ext uri="{FF2B5EF4-FFF2-40B4-BE49-F238E27FC236}">
                  <a16:creationId xmlns:a16="http://schemas.microsoft.com/office/drawing/2014/main" id="{D3D5F99B-7E8E-7E24-4B38-543D190E0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3" name="Line 55">
              <a:extLst>
                <a:ext uri="{FF2B5EF4-FFF2-40B4-BE49-F238E27FC236}">
                  <a16:creationId xmlns:a16="http://schemas.microsoft.com/office/drawing/2014/main" id="{2D66D041-1726-36CD-C669-FC9A8CACF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4" name="Line 56">
              <a:extLst>
                <a:ext uri="{FF2B5EF4-FFF2-40B4-BE49-F238E27FC236}">
                  <a16:creationId xmlns:a16="http://schemas.microsoft.com/office/drawing/2014/main" id="{68DCFE2D-F5C4-AB2C-70DE-F181EB160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7" name="Group 57">
            <a:extLst>
              <a:ext uri="{FF2B5EF4-FFF2-40B4-BE49-F238E27FC236}">
                <a16:creationId xmlns:a16="http://schemas.microsoft.com/office/drawing/2014/main" id="{C8D49556-09A1-5820-8621-5CF71BFCC1E1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752600"/>
            <a:ext cx="609600" cy="4876800"/>
            <a:chOff x="480" y="1152"/>
            <a:chExt cx="384" cy="3072"/>
          </a:xfrm>
        </p:grpSpPr>
        <p:sp>
          <p:nvSpPr>
            <p:cNvPr id="5195" name="Line 58">
              <a:extLst>
                <a:ext uri="{FF2B5EF4-FFF2-40B4-BE49-F238E27FC236}">
                  <a16:creationId xmlns:a16="http://schemas.microsoft.com/office/drawing/2014/main" id="{CC1B97B9-7DD5-2EF9-1932-9967DEDB0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6" name="Rectangle 59">
              <a:extLst>
                <a:ext uri="{FF2B5EF4-FFF2-40B4-BE49-F238E27FC236}">
                  <a16:creationId xmlns:a16="http://schemas.microsoft.com/office/drawing/2014/main" id="{93F962C2-25C7-09B9-EDEE-75BDDB26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97" name="Line 60">
              <a:extLst>
                <a:ext uri="{FF2B5EF4-FFF2-40B4-BE49-F238E27FC236}">
                  <a16:creationId xmlns:a16="http://schemas.microsoft.com/office/drawing/2014/main" id="{0C374C7A-6E95-7455-DB57-9F117A835D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8" name="Line 61">
              <a:extLst>
                <a:ext uri="{FF2B5EF4-FFF2-40B4-BE49-F238E27FC236}">
                  <a16:creationId xmlns:a16="http://schemas.microsoft.com/office/drawing/2014/main" id="{46198775-3CA4-A4BB-8C2D-B20C4F14C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9" name="Line 62">
              <a:extLst>
                <a:ext uri="{FF2B5EF4-FFF2-40B4-BE49-F238E27FC236}">
                  <a16:creationId xmlns:a16="http://schemas.microsoft.com/office/drawing/2014/main" id="{71D0BAE2-BD1D-6AF2-7B86-9B04C8CB3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0" name="Line 63">
              <a:extLst>
                <a:ext uri="{FF2B5EF4-FFF2-40B4-BE49-F238E27FC236}">
                  <a16:creationId xmlns:a16="http://schemas.microsoft.com/office/drawing/2014/main" id="{5D30F606-F518-2C9D-F587-4BCE1E508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1" name="Line 64">
              <a:extLst>
                <a:ext uri="{FF2B5EF4-FFF2-40B4-BE49-F238E27FC236}">
                  <a16:creationId xmlns:a16="http://schemas.microsoft.com/office/drawing/2014/main" id="{31A053F4-AEF8-C495-0688-46CC7922B0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2" name="Line 65">
              <a:extLst>
                <a:ext uri="{FF2B5EF4-FFF2-40B4-BE49-F238E27FC236}">
                  <a16:creationId xmlns:a16="http://schemas.microsoft.com/office/drawing/2014/main" id="{50F26E09-60E5-C841-984C-FD285B6D43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3" name="Line 66">
              <a:extLst>
                <a:ext uri="{FF2B5EF4-FFF2-40B4-BE49-F238E27FC236}">
                  <a16:creationId xmlns:a16="http://schemas.microsoft.com/office/drawing/2014/main" id="{F6953DF5-A37F-12EC-E078-CB68EAB2D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4" name="Line 67">
              <a:extLst>
                <a:ext uri="{FF2B5EF4-FFF2-40B4-BE49-F238E27FC236}">
                  <a16:creationId xmlns:a16="http://schemas.microsoft.com/office/drawing/2014/main" id="{AD3C4646-44E2-C504-DBF0-59923E7E6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8" name="Group 68">
            <a:extLst>
              <a:ext uri="{FF2B5EF4-FFF2-40B4-BE49-F238E27FC236}">
                <a16:creationId xmlns:a16="http://schemas.microsoft.com/office/drawing/2014/main" id="{4316965D-6E9E-756C-ED73-3CB944E890D1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752600"/>
            <a:ext cx="609600" cy="4876800"/>
            <a:chOff x="480" y="1152"/>
            <a:chExt cx="384" cy="3072"/>
          </a:xfrm>
        </p:grpSpPr>
        <p:sp>
          <p:nvSpPr>
            <p:cNvPr id="5185" name="Line 69">
              <a:extLst>
                <a:ext uri="{FF2B5EF4-FFF2-40B4-BE49-F238E27FC236}">
                  <a16:creationId xmlns:a16="http://schemas.microsoft.com/office/drawing/2014/main" id="{211DB7F5-7BD2-16FD-FF22-E2527F051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6" name="Rectangle 70">
              <a:extLst>
                <a:ext uri="{FF2B5EF4-FFF2-40B4-BE49-F238E27FC236}">
                  <a16:creationId xmlns:a16="http://schemas.microsoft.com/office/drawing/2014/main" id="{01FD5056-EDDC-387C-722D-ADFD51BB4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87" name="Line 71">
              <a:extLst>
                <a:ext uri="{FF2B5EF4-FFF2-40B4-BE49-F238E27FC236}">
                  <a16:creationId xmlns:a16="http://schemas.microsoft.com/office/drawing/2014/main" id="{28EA1828-4A84-A739-0318-51FCADA76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8" name="Line 72">
              <a:extLst>
                <a:ext uri="{FF2B5EF4-FFF2-40B4-BE49-F238E27FC236}">
                  <a16:creationId xmlns:a16="http://schemas.microsoft.com/office/drawing/2014/main" id="{CCF22528-BDA8-5FA9-F138-CF8D660667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9" name="Line 73">
              <a:extLst>
                <a:ext uri="{FF2B5EF4-FFF2-40B4-BE49-F238E27FC236}">
                  <a16:creationId xmlns:a16="http://schemas.microsoft.com/office/drawing/2014/main" id="{B4DE56DD-47B1-947F-2AF4-16712F069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0" name="Line 74">
              <a:extLst>
                <a:ext uri="{FF2B5EF4-FFF2-40B4-BE49-F238E27FC236}">
                  <a16:creationId xmlns:a16="http://schemas.microsoft.com/office/drawing/2014/main" id="{1E945EE6-89CD-B962-EA82-8BDB54EDB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1" name="Line 75">
              <a:extLst>
                <a:ext uri="{FF2B5EF4-FFF2-40B4-BE49-F238E27FC236}">
                  <a16:creationId xmlns:a16="http://schemas.microsoft.com/office/drawing/2014/main" id="{9C44AA18-BDF3-C107-5CE7-15071C33CF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2" name="Line 76">
              <a:extLst>
                <a:ext uri="{FF2B5EF4-FFF2-40B4-BE49-F238E27FC236}">
                  <a16:creationId xmlns:a16="http://schemas.microsoft.com/office/drawing/2014/main" id="{52FB9421-9EC4-9008-94D6-AF0D5773F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3" name="Line 77">
              <a:extLst>
                <a:ext uri="{FF2B5EF4-FFF2-40B4-BE49-F238E27FC236}">
                  <a16:creationId xmlns:a16="http://schemas.microsoft.com/office/drawing/2014/main" id="{D600A182-1748-D4A9-A543-5D2BC5751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4" name="Line 78">
              <a:extLst>
                <a:ext uri="{FF2B5EF4-FFF2-40B4-BE49-F238E27FC236}">
                  <a16:creationId xmlns:a16="http://schemas.microsoft.com/office/drawing/2014/main" id="{C954816C-4E94-26D6-2192-2F19C08C7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9" name="Group 79">
            <a:extLst>
              <a:ext uri="{FF2B5EF4-FFF2-40B4-BE49-F238E27FC236}">
                <a16:creationId xmlns:a16="http://schemas.microsoft.com/office/drawing/2014/main" id="{C8FA69E8-4C2F-E968-66FA-65F4DF6127EE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752600"/>
            <a:ext cx="609600" cy="4876800"/>
            <a:chOff x="480" y="1152"/>
            <a:chExt cx="384" cy="3072"/>
          </a:xfrm>
        </p:grpSpPr>
        <p:sp>
          <p:nvSpPr>
            <p:cNvPr id="5175" name="Line 80">
              <a:extLst>
                <a:ext uri="{FF2B5EF4-FFF2-40B4-BE49-F238E27FC236}">
                  <a16:creationId xmlns:a16="http://schemas.microsoft.com/office/drawing/2014/main" id="{E7BD4048-9963-06DB-D2FB-71DBA35BB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6" name="Rectangle 81">
              <a:extLst>
                <a:ext uri="{FF2B5EF4-FFF2-40B4-BE49-F238E27FC236}">
                  <a16:creationId xmlns:a16="http://schemas.microsoft.com/office/drawing/2014/main" id="{30DA98CB-FD26-2FAA-BC9E-51B81DA37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77" name="Line 82">
              <a:extLst>
                <a:ext uri="{FF2B5EF4-FFF2-40B4-BE49-F238E27FC236}">
                  <a16:creationId xmlns:a16="http://schemas.microsoft.com/office/drawing/2014/main" id="{1B1C8E4B-288B-FEEC-4010-18D728BC2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8" name="Line 83">
              <a:extLst>
                <a:ext uri="{FF2B5EF4-FFF2-40B4-BE49-F238E27FC236}">
                  <a16:creationId xmlns:a16="http://schemas.microsoft.com/office/drawing/2014/main" id="{4DF8D561-2A4E-B243-7F58-8DA1A1EFB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9" name="Line 84">
              <a:extLst>
                <a:ext uri="{FF2B5EF4-FFF2-40B4-BE49-F238E27FC236}">
                  <a16:creationId xmlns:a16="http://schemas.microsoft.com/office/drawing/2014/main" id="{F3A8237C-3838-12B1-6BEF-59220522D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0" name="Line 85">
              <a:extLst>
                <a:ext uri="{FF2B5EF4-FFF2-40B4-BE49-F238E27FC236}">
                  <a16:creationId xmlns:a16="http://schemas.microsoft.com/office/drawing/2014/main" id="{D9F398D9-D2C6-71E3-F00E-4876DBCB6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1" name="Line 86">
              <a:extLst>
                <a:ext uri="{FF2B5EF4-FFF2-40B4-BE49-F238E27FC236}">
                  <a16:creationId xmlns:a16="http://schemas.microsoft.com/office/drawing/2014/main" id="{63125102-FF65-23D0-6976-65AA4F460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2" name="Line 87">
              <a:extLst>
                <a:ext uri="{FF2B5EF4-FFF2-40B4-BE49-F238E27FC236}">
                  <a16:creationId xmlns:a16="http://schemas.microsoft.com/office/drawing/2014/main" id="{BC39B29E-65A1-3BF7-EF03-5FB061497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3" name="Line 88">
              <a:extLst>
                <a:ext uri="{FF2B5EF4-FFF2-40B4-BE49-F238E27FC236}">
                  <a16:creationId xmlns:a16="http://schemas.microsoft.com/office/drawing/2014/main" id="{E0721FE3-2766-4B3A-59F4-3157EEED6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4" name="Line 89">
              <a:extLst>
                <a:ext uri="{FF2B5EF4-FFF2-40B4-BE49-F238E27FC236}">
                  <a16:creationId xmlns:a16="http://schemas.microsoft.com/office/drawing/2014/main" id="{C83D3BB6-104C-F407-4905-0EB30F92C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30" name="Rectangle 115">
            <a:extLst>
              <a:ext uri="{FF2B5EF4-FFF2-40B4-BE49-F238E27FC236}">
                <a16:creationId xmlns:a16="http://schemas.microsoft.com/office/drawing/2014/main" id="{3F3E6E72-9193-A293-F1B7-FDCB8E5B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5000"/>
            <a:ext cx="547688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[ 0 ]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[ 1 ]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[ 2 ]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[ 3 ]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[ 4 ]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[ 5 ]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[ 6 ]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[ 7 ]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[ 8 ]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[ 9 ]</a:t>
            </a:r>
          </a:p>
        </p:txBody>
      </p:sp>
      <p:grpSp>
        <p:nvGrpSpPr>
          <p:cNvPr id="5131" name="Group 144">
            <a:extLst>
              <a:ext uri="{FF2B5EF4-FFF2-40B4-BE49-F238E27FC236}">
                <a16:creationId xmlns:a16="http://schemas.microsoft.com/office/drawing/2014/main" id="{A814D149-31F9-77FE-BB5C-E1E65BEC07D6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752600"/>
            <a:ext cx="609600" cy="4876800"/>
            <a:chOff x="480" y="1152"/>
            <a:chExt cx="384" cy="3072"/>
          </a:xfrm>
        </p:grpSpPr>
        <p:sp>
          <p:nvSpPr>
            <p:cNvPr id="5165" name="Line 145">
              <a:extLst>
                <a:ext uri="{FF2B5EF4-FFF2-40B4-BE49-F238E27FC236}">
                  <a16:creationId xmlns:a16="http://schemas.microsoft.com/office/drawing/2014/main" id="{B14317E2-9EC0-2243-8A93-2EACC21D86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Rectangle 146">
              <a:extLst>
                <a:ext uri="{FF2B5EF4-FFF2-40B4-BE49-F238E27FC236}">
                  <a16:creationId xmlns:a16="http://schemas.microsoft.com/office/drawing/2014/main" id="{BEE0914C-9EA7-6250-0242-A09124BEE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67" name="Line 147">
              <a:extLst>
                <a:ext uri="{FF2B5EF4-FFF2-40B4-BE49-F238E27FC236}">
                  <a16:creationId xmlns:a16="http://schemas.microsoft.com/office/drawing/2014/main" id="{48F20BCE-3BF6-7146-ECE4-6BA053C41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148">
              <a:extLst>
                <a:ext uri="{FF2B5EF4-FFF2-40B4-BE49-F238E27FC236}">
                  <a16:creationId xmlns:a16="http://schemas.microsoft.com/office/drawing/2014/main" id="{0D5A6659-50F0-86FB-182F-F75185BC0A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49">
              <a:extLst>
                <a:ext uri="{FF2B5EF4-FFF2-40B4-BE49-F238E27FC236}">
                  <a16:creationId xmlns:a16="http://schemas.microsoft.com/office/drawing/2014/main" id="{58CE886D-316E-6351-1557-2EFBC213C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50">
              <a:extLst>
                <a:ext uri="{FF2B5EF4-FFF2-40B4-BE49-F238E27FC236}">
                  <a16:creationId xmlns:a16="http://schemas.microsoft.com/office/drawing/2014/main" id="{A44F64DF-FF19-8C41-9E05-BAF4E143B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51">
              <a:extLst>
                <a:ext uri="{FF2B5EF4-FFF2-40B4-BE49-F238E27FC236}">
                  <a16:creationId xmlns:a16="http://schemas.microsoft.com/office/drawing/2014/main" id="{0D69B08C-443E-B3C5-4E0F-D7E2549E8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52">
              <a:extLst>
                <a:ext uri="{FF2B5EF4-FFF2-40B4-BE49-F238E27FC236}">
                  <a16:creationId xmlns:a16="http://schemas.microsoft.com/office/drawing/2014/main" id="{36297BD2-225A-1AEB-496D-EE9CA6670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3" name="Line 153">
              <a:extLst>
                <a:ext uri="{FF2B5EF4-FFF2-40B4-BE49-F238E27FC236}">
                  <a16:creationId xmlns:a16="http://schemas.microsoft.com/office/drawing/2014/main" id="{7CA82F40-ED47-89D6-A3F5-735D7A56B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4" name="Line 154">
              <a:extLst>
                <a:ext uri="{FF2B5EF4-FFF2-40B4-BE49-F238E27FC236}">
                  <a16:creationId xmlns:a16="http://schemas.microsoft.com/office/drawing/2014/main" id="{A4201AB0-FAC1-9B3E-91A5-68E23B219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32" name="Group 156">
            <a:extLst>
              <a:ext uri="{FF2B5EF4-FFF2-40B4-BE49-F238E27FC236}">
                <a16:creationId xmlns:a16="http://schemas.microsoft.com/office/drawing/2014/main" id="{EB525482-EA4D-C74C-9662-016A80417AD3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752600"/>
            <a:ext cx="609600" cy="4876800"/>
            <a:chOff x="480" y="1152"/>
            <a:chExt cx="384" cy="3072"/>
          </a:xfrm>
        </p:grpSpPr>
        <p:sp>
          <p:nvSpPr>
            <p:cNvPr id="5155" name="Line 157">
              <a:extLst>
                <a:ext uri="{FF2B5EF4-FFF2-40B4-BE49-F238E27FC236}">
                  <a16:creationId xmlns:a16="http://schemas.microsoft.com/office/drawing/2014/main" id="{F1CAC407-FAF7-0AFB-042B-F00A8BEE9F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Rectangle 158">
              <a:extLst>
                <a:ext uri="{FF2B5EF4-FFF2-40B4-BE49-F238E27FC236}">
                  <a16:creationId xmlns:a16="http://schemas.microsoft.com/office/drawing/2014/main" id="{0B3580CA-F2A8-8D39-214E-575BBB8B8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57" name="Line 159">
              <a:extLst>
                <a:ext uri="{FF2B5EF4-FFF2-40B4-BE49-F238E27FC236}">
                  <a16:creationId xmlns:a16="http://schemas.microsoft.com/office/drawing/2014/main" id="{B942A51A-8303-D497-30D9-C3923B264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Line 160">
              <a:extLst>
                <a:ext uri="{FF2B5EF4-FFF2-40B4-BE49-F238E27FC236}">
                  <a16:creationId xmlns:a16="http://schemas.microsoft.com/office/drawing/2014/main" id="{534D72EC-72D0-937B-4EE0-46E256D37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Line 161">
              <a:extLst>
                <a:ext uri="{FF2B5EF4-FFF2-40B4-BE49-F238E27FC236}">
                  <a16:creationId xmlns:a16="http://schemas.microsoft.com/office/drawing/2014/main" id="{0966FC4A-5277-3414-0FE6-69712F1DC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0" name="Line 162">
              <a:extLst>
                <a:ext uri="{FF2B5EF4-FFF2-40B4-BE49-F238E27FC236}">
                  <a16:creationId xmlns:a16="http://schemas.microsoft.com/office/drawing/2014/main" id="{FEC99C95-A335-6FB3-0B3E-F90BA700A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163">
              <a:extLst>
                <a:ext uri="{FF2B5EF4-FFF2-40B4-BE49-F238E27FC236}">
                  <a16:creationId xmlns:a16="http://schemas.microsoft.com/office/drawing/2014/main" id="{39B1871C-D9D0-C419-59F3-88ECD9F83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164">
              <a:extLst>
                <a:ext uri="{FF2B5EF4-FFF2-40B4-BE49-F238E27FC236}">
                  <a16:creationId xmlns:a16="http://schemas.microsoft.com/office/drawing/2014/main" id="{3D1D73A6-3AAD-7320-2E6D-EAF2F5BE3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165">
              <a:extLst>
                <a:ext uri="{FF2B5EF4-FFF2-40B4-BE49-F238E27FC236}">
                  <a16:creationId xmlns:a16="http://schemas.microsoft.com/office/drawing/2014/main" id="{C2CC9865-C790-CED3-FB44-D8625D596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166">
              <a:extLst>
                <a:ext uri="{FF2B5EF4-FFF2-40B4-BE49-F238E27FC236}">
                  <a16:creationId xmlns:a16="http://schemas.microsoft.com/office/drawing/2014/main" id="{BEBC04E8-362D-1EE2-BCD8-D4EAC129F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33" name="Group 168">
            <a:extLst>
              <a:ext uri="{FF2B5EF4-FFF2-40B4-BE49-F238E27FC236}">
                <a16:creationId xmlns:a16="http://schemas.microsoft.com/office/drawing/2014/main" id="{3EC0C42A-F78C-7217-5CE9-33644636C106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1752600"/>
            <a:ext cx="609600" cy="4876800"/>
            <a:chOff x="480" y="1152"/>
            <a:chExt cx="384" cy="3072"/>
          </a:xfrm>
        </p:grpSpPr>
        <p:sp>
          <p:nvSpPr>
            <p:cNvPr id="5145" name="Line 169">
              <a:extLst>
                <a:ext uri="{FF2B5EF4-FFF2-40B4-BE49-F238E27FC236}">
                  <a16:creationId xmlns:a16="http://schemas.microsoft.com/office/drawing/2014/main" id="{E2B02423-2536-9FBF-82E4-879E990196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6" name="Rectangle 170">
              <a:extLst>
                <a:ext uri="{FF2B5EF4-FFF2-40B4-BE49-F238E27FC236}">
                  <a16:creationId xmlns:a16="http://schemas.microsoft.com/office/drawing/2014/main" id="{24C3339F-4BB0-245A-1CF1-E63A9864D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47" name="Line 171">
              <a:extLst>
                <a:ext uri="{FF2B5EF4-FFF2-40B4-BE49-F238E27FC236}">
                  <a16:creationId xmlns:a16="http://schemas.microsoft.com/office/drawing/2014/main" id="{05414CE8-D0C5-E0DB-F496-FD5123783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8" name="Line 172">
              <a:extLst>
                <a:ext uri="{FF2B5EF4-FFF2-40B4-BE49-F238E27FC236}">
                  <a16:creationId xmlns:a16="http://schemas.microsoft.com/office/drawing/2014/main" id="{4D87BC15-CBCD-471E-03C0-BFE00C392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9" name="Line 173">
              <a:extLst>
                <a:ext uri="{FF2B5EF4-FFF2-40B4-BE49-F238E27FC236}">
                  <a16:creationId xmlns:a16="http://schemas.microsoft.com/office/drawing/2014/main" id="{D5D265B4-3B2B-C713-732F-8168A3CAF5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0" name="Line 174">
              <a:extLst>
                <a:ext uri="{FF2B5EF4-FFF2-40B4-BE49-F238E27FC236}">
                  <a16:creationId xmlns:a16="http://schemas.microsoft.com/office/drawing/2014/main" id="{E4954F21-5058-A8D3-1476-49664D2E3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Line 175">
              <a:extLst>
                <a:ext uri="{FF2B5EF4-FFF2-40B4-BE49-F238E27FC236}">
                  <a16:creationId xmlns:a16="http://schemas.microsoft.com/office/drawing/2014/main" id="{1956FE1F-890D-83A7-BD24-91E9132C2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2" name="Line 176">
              <a:extLst>
                <a:ext uri="{FF2B5EF4-FFF2-40B4-BE49-F238E27FC236}">
                  <a16:creationId xmlns:a16="http://schemas.microsoft.com/office/drawing/2014/main" id="{B6CCFEAF-FB37-78F1-0339-C94FB89A1D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3" name="Line 177">
              <a:extLst>
                <a:ext uri="{FF2B5EF4-FFF2-40B4-BE49-F238E27FC236}">
                  <a16:creationId xmlns:a16="http://schemas.microsoft.com/office/drawing/2014/main" id="{84AF27AE-EA44-D351-3B20-6244210E87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Line 178">
              <a:extLst>
                <a:ext uri="{FF2B5EF4-FFF2-40B4-BE49-F238E27FC236}">
                  <a16:creationId xmlns:a16="http://schemas.microsoft.com/office/drawing/2014/main" id="{AF2627A4-D3D8-D9BF-F197-D79299924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34" name="Group 65">
            <a:extLst>
              <a:ext uri="{FF2B5EF4-FFF2-40B4-BE49-F238E27FC236}">
                <a16:creationId xmlns:a16="http://schemas.microsoft.com/office/drawing/2014/main" id="{67D4F815-AF49-A25F-012B-2404C1E7583D}"/>
              </a:ext>
            </a:extLst>
          </p:cNvPr>
          <p:cNvGrpSpPr>
            <a:grpSpLocks/>
          </p:cNvGrpSpPr>
          <p:nvPr/>
        </p:nvGrpSpPr>
        <p:grpSpPr bwMode="auto">
          <a:xfrm>
            <a:off x="7539038" y="1755775"/>
            <a:ext cx="609600" cy="4876800"/>
            <a:chOff x="480" y="1152"/>
            <a:chExt cx="384" cy="3072"/>
          </a:xfrm>
        </p:grpSpPr>
        <p:sp>
          <p:nvSpPr>
            <p:cNvPr id="5135" name="Line 66">
              <a:extLst>
                <a:ext uri="{FF2B5EF4-FFF2-40B4-BE49-F238E27FC236}">
                  <a16:creationId xmlns:a16="http://schemas.microsoft.com/office/drawing/2014/main" id="{1CDB2D0B-6639-43B3-C463-BA2872666E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6" name="Rectangle 67">
              <a:extLst>
                <a:ext uri="{FF2B5EF4-FFF2-40B4-BE49-F238E27FC236}">
                  <a16:creationId xmlns:a16="http://schemas.microsoft.com/office/drawing/2014/main" id="{6EA5480A-20EE-9470-D96C-17505036F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37" name="Line 68">
              <a:extLst>
                <a:ext uri="{FF2B5EF4-FFF2-40B4-BE49-F238E27FC236}">
                  <a16:creationId xmlns:a16="http://schemas.microsoft.com/office/drawing/2014/main" id="{E9392A25-74C7-4455-A3D1-ABBB1D2A7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8" name="Line 69">
              <a:extLst>
                <a:ext uri="{FF2B5EF4-FFF2-40B4-BE49-F238E27FC236}">
                  <a16:creationId xmlns:a16="http://schemas.microsoft.com/office/drawing/2014/main" id="{44F6279B-0DB5-AEB7-C1ED-C74572653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9" name="Line 70">
              <a:extLst>
                <a:ext uri="{FF2B5EF4-FFF2-40B4-BE49-F238E27FC236}">
                  <a16:creationId xmlns:a16="http://schemas.microsoft.com/office/drawing/2014/main" id="{E1CD9E24-92C2-4EF2-C39D-56CCF0E12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0" name="Line 71">
              <a:extLst>
                <a:ext uri="{FF2B5EF4-FFF2-40B4-BE49-F238E27FC236}">
                  <a16:creationId xmlns:a16="http://schemas.microsoft.com/office/drawing/2014/main" id="{2A60D1F6-674C-558B-7D5C-DD0FFCC05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1" name="Line 72">
              <a:extLst>
                <a:ext uri="{FF2B5EF4-FFF2-40B4-BE49-F238E27FC236}">
                  <a16:creationId xmlns:a16="http://schemas.microsoft.com/office/drawing/2014/main" id="{90CC80C5-A0B6-0665-F659-56E9F4E72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2" name="Line 73">
              <a:extLst>
                <a:ext uri="{FF2B5EF4-FFF2-40B4-BE49-F238E27FC236}">
                  <a16:creationId xmlns:a16="http://schemas.microsoft.com/office/drawing/2014/main" id="{471EFF33-3FAA-3FAA-3687-02C81AB95A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3" name="Line 74">
              <a:extLst>
                <a:ext uri="{FF2B5EF4-FFF2-40B4-BE49-F238E27FC236}">
                  <a16:creationId xmlns:a16="http://schemas.microsoft.com/office/drawing/2014/main" id="{D25E9ABE-D3B8-0FE4-1418-C160C5453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4" name="Line 75">
              <a:extLst>
                <a:ext uri="{FF2B5EF4-FFF2-40B4-BE49-F238E27FC236}">
                  <a16:creationId xmlns:a16="http://schemas.microsoft.com/office/drawing/2014/main" id="{2C48FA7F-D715-7993-0633-CD1D930E21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Rectangle 120">
            <a:extLst>
              <a:ext uri="{FF2B5EF4-FFF2-40B4-BE49-F238E27FC236}">
                <a16:creationId xmlns:a16="http://schemas.microsoft.com/office/drawing/2014/main" id="{4FD9FA91-E79F-0428-617F-0B5751248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976" y="1755928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3" name="Rectangle 120">
            <a:extLst>
              <a:ext uri="{FF2B5EF4-FFF2-40B4-BE49-F238E27FC236}">
                <a16:creationId xmlns:a16="http://schemas.microsoft.com/office/drawing/2014/main" id="{ACC092BE-C6DF-03AF-ACDE-D8AD669E5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433" y="1769066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4" name="Rectangle 120">
            <a:extLst>
              <a:ext uri="{FF2B5EF4-FFF2-40B4-BE49-F238E27FC236}">
                <a16:creationId xmlns:a16="http://schemas.microsoft.com/office/drawing/2014/main" id="{18A581C6-DD51-74A0-5718-D181BE45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890" y="1769066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5" name="Rectangle 120">
            <a:extLst>
              <a:ext uri="{FF2B5EF4-FFF2-40B4-BE49-F238E27FC236}">
                <a16:creationId xmlns:a16="http://schemas.microsoft.com/office/drawing/2014/main" id="{BF1FF79D-F472-F459-80A3-F6DF3B7FF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347" y="1769066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6" name="Rectangle 120">
            <a:extLst>
              <a:ext uri="{FF2B5EF4-FFF2-40B4-BE49-F238E27FC236}">
                <a16:creationId xmlns:a16="http://schemas.microsoft.com/office/drawing/2014/main" id="{B5326682-7055-C70E-AF99-AE0DE12D7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804" y="1769066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7" name="Rectangle 120">
            <a:extLst>
              <a:ext uri="{FF2B5EF4-FFF2-40B4-BE49-F238E27FC236}">
                <a16:creationId xmlns:a16="http://schemas.microsoft.com/office/drawing/2014/main" id="{78DF966A-61F1-A8EC-8C39-DCA97DEAC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1261" y="1769066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8" name="Rectangle 120">
            <a:extLst>
              <a:ext uri="{FF2B5EF4-FFF2-40B4-BE49-F238E27FC236}">
                <a16:creationId xmlns:a16="http://schemas.microsoft.com/office/drawing/2014/main" id="{B6D59533-E8C7-6350-0B33-5389BA175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739" y="1769066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9" name="Rectangle 120">
            <a:extLst>
              <a:ext uri="{FF2B5EF4-FFF2-40B4-BE49-F238E27FC236}">
                <a16:creationId xmlns:a16="http://schemas.microsoft.com/office/drawing/2014/main" id="{206885D5-C675-AB26-96CE-CDEC03FBC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0217" y="1769066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  <p:sp>
        <p:nvSpPr>
          <p:cNvPr id="10" name="Rectangle 120">
            <a:extLst>
              <a:ext uri="{FF2B5EF4-FFF2-40B4-BE49-F238E27FC236}">
                <a16:creationId xmlns:a16="http://schemas.microsoft.com/office/drawing/2014/main" id="{1F77BD0F-985E-A42C-941B-694945BDE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695" y="1769065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28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75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/>
              <a:t>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624</Words>
  <Application>Microsoft Macintosh PowerPoint</Application>
  <PresentationFormat>On-screen Show (4:3)</PresentationFormat>
  <Paragraphs>663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Default Design</vt:lpstr>
      <vt:lpstr>Build Heap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Le, Thien</cp:lastModifiedBy>
  <cp:revision>37</cp:revision>
  <dcterms:created xsi:type="dcterms:W3CDTF">2006-03-17T02:26:05Z</dcterms:created>
  <dcterms:modified xsi:type="dcterms:W3CDTF">2026-04-20T01:03:26Z</dcterms:modified>
</cp:coreProperties>
</file>