
<file path=[Content_Types].xml><?xml version="1.0" encoding="utf-8"?>
<Types xmlns="http://schemas.openxmlformats.org/package/2006/content-types">
  <Default Extension="doc" ContentType="application/msword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3" r:id="rId8"/>
    <p:sldId id="264" r:id="rId9"/>
    <p:sldId id="265" r:id="rId10"/>
    <p:sldId id="266" r:id="rId11"/>
  </p:sldIdLst>
  <p:sldSz cx="6858000" cy="9144000" type="screen4x3"/>
  <p:notesSz cx="68580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67" autoAdjust="0"/>
    <p:restoredTop sz="94660"/>
  </p:normalViewPr>
  <p:slideViewPr>
    <p:cSldViewPr>
      <p:cViewPr varScale="1">
        <p:scale>
          <a:sx n="120" d="100"/>
          <a:sy n="120" d="100"/>
        </p:scale>
        <p:origin x="3808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0:15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24575,'20'0'0,"1"0"0,-1 0 0,0 0 0,0 0 0,1 0 0,-1 0 0,0 0 0,1 9 0,8-7 0,-6 7 0,6-9 0,-9 0 0,1 0 0,-1 0 0,0 0 0,0 0 0,1 0 0,-1 0 0,0 0 0,1 0 0,-1 0 0,0 0 0,1 0 0,-1 0 0,0-9 0,0 7 0,1-7 0,-1 9 0,0 0 0,1 0 0,-1 0 0,0 0 0,1-9 0,-1 7 0,0-7 0,10 9 0,-8 0 0,7 0 0,-8 0 0,-10 0 0,-2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0:15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0 24575,'-11'9'0,"-7"-6"0,16 15 0,-16-7 0,6 9 0,-8 1 0,9-1 0,-7-9 0,16 7 0,-17-6 0,8 8 0,0 0 0,-7-9 0,16 7 0,-16-15 0,15 15 0,-6-25 0,9 5 0,0-10 0,0 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0:16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24575,'20'9'0,"0"-7"0,1 7 0,-10 0 0,7-7 0,-7 7 0,0 0 0,7-6 0,-15 15 0,15-16 0,-16 16 0,16-16 0,-16 16 0,16-15 0,-15 15 0,15-16 0,-16 7 0,7-9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0:17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548 102 24575,'-11'-9'0,"-7"7"0,16-16 0,-16 15 0,16-15 0,-17 16 0,8-7 0,0 0 0,-7 7 0,7-7 0,-1 0 0,-6 7 0,7-8 0,-9 10 0,-1 0 0,1 0 0,0 0 0,-1 0 0,1 0 0,0 0 0,0 0 0,-1 10 0,1-8 0,9 16 0,-7-16 0,15 16 0,-15-7 0,16 10 0,-16-10 0,16 7 0,-7-7 0,0 10 0,6-1 0,-15 0 0,7 10 0,0-8 0,2 7 0,0 1 0,6-8 0,-15 8 0,16-1 0,-7-6 0,9 6 0,0 0 0,0 3 0,0-1 0,0 8 0,0-17 0,0 17 0,0-17 0,0 17 0,9-17 0,-7 17 0,16-17 0,-6-2 0,-1-2 0,7-6 0,-7-1 0,10 7 0,-1-16 0,0 7 0,-8 0 0,6-6 0,-7 6 0,9-9 0,-9 9 0,8-7 0,-8 7 0,9-9 0,0 0 0,1 0 0,-1 0 0,0 0 0,-8-9 0,15 7 0,-14-16 0,26 15 0,-17-15 0,7 7 0,-8 0 0,-1-7 0,0 6 0,-8-8 0,6 0 0,-7-1 0,0 1 0,-2 0 0,0 0 0,-6-1 0,6 1 0,0 0 0,-7-1 0,16 1 0,-16 0 0,7-1 0,-9 1 0,0 0 0,0 0 0,0-10 0,0 8 0,0-8 0,0 10 0,-9 0 0,7-1 0,-7 1 0,0 0 0,7-1 0,-16 1 0,15 0 0,-15 9 0,16-7 0,-16 15 0,16-6 0,-7 9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0:54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21 24575,'-20'0'0,"9"-9"0,-7 6 0,7-6 0,-10 9 0,1 0 0,0 0 0,-1 9 0,1-6 0,9 15 0,-7-16 0,15 16 0,-15-16 0,16 16 0,-16-6 0,7-1 0,0 7 0,1-7 0,1 1 0,7 6 0,-16-7 0,16 9 0,-7 1 0,9-1 0,-9-9 0,7 7 0,-7-7 0,9 10 0,0-1 0,0 0 0,0 1 0,0-1 0,0 0 0,0 1 0,0-1 0,0 0 0,0 0 0,0 1 0,9-10 0,-7 7 0,7-7 0,0 1 0,-7 6 0,16-7 0,-16 9 0,17 1 0,-8-1 0,9-9 0,-9 7 0,7-15 0,-6 15 0,8-16 0,0 16 0,1-16 0,-1 7 0,0-9 0,1 0 0,-1 0 0,0 0 0,0 0 0,1 0 0,-10-9 0,7 7 0,-7-7 0,10 9 0,-10-9 0,7 7 0,-16-7 0,7 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0:56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763 1 24575,'-20'0'0,"9"9"0,-8-7 0,17 16 0,-16-16 0,16 16 0,-16-6 0,7 8 0,-1 0 0,-6-8 0,7 6 0,0-7 0,2 9 0,0 1 0,-3-1 0,1 0 0,-7 1 0,16-1 0,-16 0 0,6 0 0,1 1 0,-7-1 0,7 0 0,-9 1 0,8-1 0,-6 0 0,16 1 0,-16-1 0,7 9 0,-1-6 0,-6 6 0,7-9 0,0 1 0,-7-1 0,6 0 0,1 1 0,-7-1 0,7 0 0,-1 1 0,-6-1 0,7 0 0,0 0 0,-7 1 0,7-1 0,-1 0 0,-6-8 0,7 6 0,0-7 0,-7 9 0,15 1 0,-15-10 0,16 7 0,-16-16 0,16 16 0,-16-16 0,15 17 0,-15-17 0,16 16 0,-16-16 0,16 16 0,-16-16 0,16 16 0,2-15 0,11 6 0,9-9 0,0 0 0,1 0 0,-1 0 0,0 0 0,1 0 0,-1-9 0,0 6 0,1-6 0,-1 9 0,0-9 0,0 7 0,1-16 0,-1 16 0,0-7 0,-8 0 0,6 7 0,-7-8 0,0 1 0,7 7 0,-6-7 0,8 9 0,-9-9 0,7 7 0,-25-7 0,5 9 0,-18 0 0,0 0 0,8 0 0,3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0:56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1 24575,'-11'9'0,"-7"-7"0,16 16 0,-7-7 0,9 10 0,0-1-6784,0 0 6784,-9-8 0,7 6 0,-8-7 0,10 9 0,0 1 0,0-1 0,-9-9 6784,7 7-6784,-7-7 0,9 10 0,0-1 0,0 0 0,0 1 0,0-1 0,0-9 0,0-2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1:00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1 24575,'0'20'0,"-9"9"0,6-6 0,-6 15 0,9-15 0,0 24 0,-9-13 0,7 16 0,-7-10 0,9 1 0,-9 0 0,7-1 0,-7 1 0,9-10 0,-9 8 0,7-8 0,-7 1 0,9 6 0,-9-15 0,6 15 0,-6-15 0,9 15 0,0-15 0,0-12 0,0-13 0,0-19 0,9 1 0,-6 9 0,6 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1:01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0 102 24575,'11'18'0,"7"-4"0,-15 24 0,15-15 0,-7 6 0,0 0 0,7 3 0,-15 0 0,15 6 0,-7-6 0,9 8 0,-9-8 0,8 6 0,-8-15 0,0 6 0,7-9 0,-7 1 0,1-1 0,6 0 0,-16 0 0,16-8 0,-16 6 0,16-16 0,-15 16 0,15-7 0,-7 10 0,9-10 0,-8 7 0,6-16 0,-7 16 0,9-15 0,0 15 0,1-16 0,-10-2 0,7-11 0,-16-10 0,16 10 0,-15-7 0,6 7 0,-9-10 0,9 10 0,-7-7 0,7-2 0,-9-3 0,0-15 0,0 15 0,0-15 0,9 6 0,-7-8 0,7 8 0,-9-6 0,0 6 0,0 1 0,0-8 0,0 17 0,-9-17 0,7 17 0,-7-8 0,9 10 0,0 0 0,0 0 0,0-1 0,0 1 0,0 0 0,0-1 0,0 1 0,0 9 0,0 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1:02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0 183 24575,'20'0'0,"10"0"0,1 0 0,19 0 0,11 0 0,11 0-1778,9 0 1778,-8 0 0,6-9 0,-7 7 0,9-16 0,0 16 0,-9-7 0,7 0 0,-15 6 0,5-6 350,-8 0-350,0 7 0,-9-7 0,-2 9 0,-1-9 0,-6 7 0,7-7 0,-9 9 0,-10 0 1343,7 0-1343,-6 0 85,9 0-85,-1 0 0,1-9 0,0 6 0,-1-6 0,1 9 0,-1 0 0,1 0 0,0-9 0,-10 7 0,17-7 0,-15 9 0,17 0 0,-9-9 0,-10 7 0,8-7 0,-17 9 0,-2-9 0,-20 6 0,-2-6 0,-7 9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1:03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24575,'11'9'0,"7"-7"0,-7 16 0,10-16 0,-10 16 0,7-15 0,-16 15 0,16-16 0,-6 16 0,-1-7 0,7 1 0,-7 6 0,1-7 0,6 0 0,-7 7 0,9-6 0,1-1 0,-10 7 0,7-16 0,-7 16 0,9-16 0,-8 17 0,6-17 0,-16 7 0,7-9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1:04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0 346 24575,'0'-21'0,"9"10"0,2-7 0,10 7-8503,-1-1 8503,-9-6 1719,7 7-1719,-6-9 0,-1-1 0,7 10 0,-7-7 0,1 7 0,6-10 0,-7 1 6784,18 9-6784,-6-7 0,6 7 0,-9-10 0,1 10 0,-1-7 0,0 16 0,-8-16 0,-3 15 0,-9-6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0:10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467 0 24575,'-20'0'0,"9"10"0,-8-8 0,17 16 0,-16-16 0,7 7 0,0 0 0,-7 2 0,15 10 0,-15-1 0,7 0 0,-9 1 0,8-1 0,-6 0 0,7 1 0,-9-1 0,-1 9 0,10-6 0,-7 6 0,7-9 0,-9 10 0,8-8 0,-6 8 0,7-10 0,0 0 0,-7 1 0,6-1 0,1 0 0,2 0 0,0 1 0,7-1 0,-16 0 0,15 1 0,-6-1 0,0-9 0,7 7 0,-7-6 0,9-1 0,0-2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0:11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24575,'11'9'0,"-2"2"0,-9 9 0,0 1 0,0-1 0,0 0 0,9 10 0,-7-8 0,7 16 0,-9-6 0,0 0 0,0-3 0,0-9 0,0 1 0,0-1 0,0 0 0,0 1 0,0-1 0,0 0 0,0 0 0,0 1 0,0-1 0,9 0 0,-7 1 0,7-1 0,-9 0 0,0 1 0,0-10 0,0-2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0:12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24575,'9'-11'0,"2"2"0,9 18 0,1-7 0,8 7 0,-6-9 0,15 0 0,-15 0 0,6 0 0,-9 0 0,1 0 0,-1 0 0,0 0 0,0 0 0,1 0 0,-1 0 0,-9 0 0,-2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0:21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0 24575,'0'7'0,"0"-3"0,0 35 0,-9-8 0,7 10 0,-16 0 0,16-1 0,-17 1 0,17-10 0,-16 8 0,16-8 0,-7 1 0,0-3 0,7-8 0,-7-1 0,0 0 0,6 0 0,-6 1 0,9-1 0,0 0 0,-9-8 0,7 6 0,-7-7 0,9 0 0,0-2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0:22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0 24575,'-12'9'0,"3"3"0,9 8 0,0 0 0,-9 10 0,7-8 0,-7 16 0,0-6 0,7 9 0,-16-1 0,16-8 0,-16 6 0,15-15 0,-6 15 0,0-15 0,7 6 0,-7-9 0,0 1 0,7-1 0,-7 0 0,9 1 0,-9-1 0,6 0 0,-6-9 0,9-2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0:22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 24575,'11'-9'0,"7"7"0,-7-7 0,10-1 0,-1 8 0,0-7 0,1 9 0,-1 0 0,0 0 0,1 0 0,-1 0 0,9 0 0,-6 0 0,15 0 0,-15 0 0,6 0 0,-9 0 0,1 0 0,-1 0 0,0 0 0,1 0 0,-10 0 0,-2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0:24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 24575,'9'11'0,"2"-1"0,0-1 0,7-7 0,-6 7 0,8-9 0,0 9 0,0-7 0,1 7 0,-1-9 0,0 9 0,1-7 0,-1 7 0,0-9 0,1 0 0,-1 0 0,0 0 0,1 0 0,8 0 0,-7 0 0,17 0 0,-17 0 0,17-9 0,-17 7 0,8-7 0,-1 9 0,-7 0 0,8-9 0,-1 7 0,3-7 0,-1 9 0,8 0 0,-17-9 0,17 7 0,-8-7 0,19 9 0,2-10 0,9 8 0,-10-7 0,8 9 0,-7-9 0,9 7 0,-9-7 0,-3 0 0,-17 7 0,-3-7 0,-8 9 0,-1 0 0,-9-9 0,-11 6 0,-2 12 0,-16-4 0,16 22 0,-16-25 0,15 16 0,-6-6 0,0-1 0,7 7 0,-7-7 0,0 0 0,7 7 0,-16-15 0,15 15 0,-15-16 0,16 16 0,-16-7 0,16 10 0,-16-10 0,16 7 0,-7-7 0,9 1 0,0-3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0:25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24575,'21'0'0,"-1"0"0,0 0 0,-8 9 0,6-7 0,-7 7 0,0 0 0,7-7 0,-6 16 0,8-15 0,-9 15 0,7-16 0,-7 7 0,1 0 0,6-7 0,-7 7 0,0 0 0,7-6 0,-6 6 0,-1 0 0,7-7 0,-16 16 0,16-16 0,-15 7 0,6-9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1:46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24575,'0'20'0,"0"0"0,0 10 0,0-8 0,-9 17 0,7-17 0,-7 16 0,0-15 0,6 15 0,-6-15 0,9 6 0,0 1 0,-9 1 0,7 1 0,-7 6 0,9-15 0,0 6 0,0 0 0,0-6 0,0 6 0,0-8 0,0-1 0,0 0 0,0 0 0,0 1 0,0-1 0,0-18 0,0-13 0,0-3 0,0-4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1:47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24575,'20'0'0,"10"0"0,-8 0 0,16-9 0,3 6 0,2-6 0,7 9 0,-19 0 0,7 0 0,-6 0 0,0 0 0,6 0 0,-15 0 0,15 0 0,-16 0 0,8 0 0,-10 0 0,0 0 0,1 0 0,-1 0 0,0 0 0,1 0 0,-1 0 0,0 0 0,1 0 0,-1 0 0,-9 0 0,-2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1:48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24575,'11'9'0,"-2"3"0,0 8 0,-6 9 0,15-6 0,-7 15 0,0-15 0,7 15 0,-7-15 0,10 15 0,-10-15 0,7 15 0,-7-15 0,1 6 0,6-9 0,-7 1 0,0-1 0,7 0 0,-15 0 0,15 1 0,-16-1 0,7 0 0,0-8 0,-7 6 0,16-7 0,-16 9 0,17 1 0,-8-1 0,9 9 0,0-6 0,1 6 0,-1-9 0,0 1 0,1-10 0,-10 7 0,-2-25 0,-9 5 0,0-18 0,0-1 0,-9 10 0,7 2 0,-7 9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1:49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24575,'29'9'0,"-6"-7"0,6 16 0,-9-7 0,0 1 0,1 6 0,-1-16 0,0 16 0,1-16 0,-1 16 0,0-15 0,-8 15 0,6-16 0,-7 16 0,9-16 0,-9 16 0,8-15 0,-8 6 0,0 0 0,7-7 0,-7 16 0,10-16 0,-19 7 0,-4-9 0,-19 0 0,10 0 0,2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1:50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0 24575,'-11'9'0,"2"2"0,0 1 0,7 6 0,-7-7 0,9 9 0,-9-8 0,6 6 0,-6-7 0,9 9 0,-9 1 0,7-1 0,-7 0 0,9 0 0,0 1 0,0-1 0,0 0 0,0 1 0,0-1 0,0 0 0,0-8 0,0-3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1:52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24575,'0'20'0,"0"1"0,9-10 0,-7 7 0,16-16 0,-15 16 0,15-6 0,-16 8 0,16-9 0,-16 7 0,7-7 0,0 1 0,-7 6 0,17-7 0,-8 9 0,0 1 0,7-10 0,-16 7 0,16-7 0,-15 10 0,15-10 0,-16 7 0,16-7 0,-16 10 0,16-1 0,-15 0 0,6 0 0,0-8 0,-7 6 0,7-7 0,0 9 0,-7 1 0,16-10 0,-15 7 0,15 2 0,-7 3 0,9 6 0,-9-9 0,7 1 0,-6-1 0,-1 0 0,7 1 0,-16-1 0,16-9 0,-15 7 0,15-15 0,-16 15 0,16-16 0,-16 16 0,16-16 0,-15-2 0,6-11 0,0-9 0,-7-1 0,7 1 0,0 0 0,-7-1 0,7 1 0,-9-9 0,0 6 0,9-6 0,-7 9 0,8-10 0,-10 8 0,0-8 0,0 10 0,0 0 0,9 8 0,-7-6 0,7 7 0,-9 9 0,-9-5 0,7 25 0,-17-7 0,17 10 0,-7-10 0,9-2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1:53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337 123 24575,'-21'0'0,"1"0"0,0 0 0,8-9 0,-6 6 0,7-6 0,-9 0 0,0 7 0,-1-7 0,10 0 0,-7 7 0,7-7 0,-1 0 0,-6 6 0,7-6 0,0 0 0,-7 7 0,6-7 0,-8 9 0,0 0 0,9-9 0,11 7 0,2-7 0,7 9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2:03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1 204 24575,'11'9'0,"7"2"0,-7 18 0,9-6 0,1 6 0,-1-8 0,-9-1 0,7 0 0,-6 0 0,8 1 0,-9-1 0,7 0 0,-6 1 0,8 8 0,0-6 0,-9 6 0,8-18 0,-8 7 0,0-7 0,7 1 0,-16 6 0,16-16 0,-15 16 0,6-25 0,0 14 0,-7-25 0,7 7 0,0-10 0,-7 1 0,7 0 0,0 0 0,-6-1 0,6 1 0,0 0 0,-7-1 0,16 1 0,-16-9 0,16 6 0,-15-15 0,15 6 0,-16 1 0,7-8 0,0 17 0,-7-8 0,7 1 0,-9 6 0,9-6 0,-7 9 0,7 0 0,-9-1 0,0 1 0,0 9 0,0 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2:04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24575,'0'20'0,"0"10"0,9-8 0,-7 7 0,7 1 0,0-8 0,2 17 0,1-17 0,6 17 0,-16-8 0,16 1 0,-16 6 0,16-15 0,-6 6 0,-1 0 0,7 3 0,-7-1 0,1-1 0,6-10 0,-16 0 0,16 1 0,-16-1 0,16-9 0,-16 7 0,7-6 0,1-1 0,-8-11 0,16-2 0,-16-16 0,16 6 0,-16-17 0,16 6 0,-6-6 0,-1 9 0,7-10 0,-7 8 0,1-16 0,6 15 0,-16-6 0,16 8 0,-16 1 0,16 0 0,-15-1 0,6 1 0,-9 18 0,0-5 0,0 16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2:05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488 345 24575,'-20'0'0,"8"-9"0,-6 7 0,7-16 0,-9 7 0,-1-10 0,1 1 0,0 0 0,-1 9 0,1-8 0,0 8 0,0-9 0,-10 0 0,8-1 0,-8 1 0,10 0 0,0-1 0,-1 10 0,10-7 0,-7 16 0,7-16 0,-10 15 0,10-15 0,-7 16 0,7-7 0,0 9 0,2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2:12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24575,'21'0'0,"-10"9"0,7-7 0,-16 16 0,16-16 0,-6 16 0,8-6 0,9 8 0,-6 0 0,6 1 0,0-1 0,-6 0 0,15 0 0,-15 1 0,6-10 0,1 7 0,-8-7 0,17 10 0,-8-1 0,1 0 0,6-8 0,-15 6 0,15-7 0,-6 9 0,8 0 0,1 1 0,8-1 0,-6 0 0,16 1 0,-7-1 0,0 0 0,6 1 0,-15-10 0,16 7 0,-16-7 0,6 0 0,-17 8 0,6-17 0,-15 7 0,-3 0 0,-2-7 0,-6 7 0,8 0 0,0-7 0,0 7 0,10 0 0,1 3 0,10-1 0,0 7 0,-1-16 0,10 7 0,-7 0 0,-3-6 0,-1 6 0,-17-9 0,8 9 0,-10-7 0,0 7 0,0-9 0,-8 0 0,-3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2:13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24575,'20'0'0,"0"0"0,-9 9 0,8-7 0,-8 7 0,9-9 0,0 0 0,10 9 0,-8-7 0,8 7 0,-1-9 0,-6 0 0,6 0 0,0 0 0,-6 0 0,6 0 0,-9 0 0,1 0 0,-1 0 0,0 0 0,1 0 0,-1 0 0,0 0 0,1 0 0,-1 0 0,0 0 0,-9-9 0,7 7 0,-15-7 0,6 9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2:14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24575,'9'20'0,"-7"0"0,16-9 0,-16 8 0,7-8 0,0 0 0,-7 7 0,8-7 0,-1 1 0,-7 6 0,16 2 0,-16 3 0,16 6 0,-7-9 0,1 1 0,6-1 0,-16 0 0,16 0 0,-16 1 0,16-10 0,-15 7 0,6-7 0,0 1 0,-7 6 0,7-7 0,0 0 0,-7 7 0,7-6 0,0-1 0,-6 7 0,6-7 0,0 0 0,-7-1 0,7-10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2:16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2263 24575,'0'-20'0,"0"0"0,0 0 0,9-1 0,-7 1 0,16-9 0,-7 6 0,10-24 0,-1 13 0,-9-25 0,7 16 0,-7-15 0,10 15 0,-1-16 0,0 7 0,1-9 0,-1 9 0,0-6 0,1 6 0,-10 0 0,7-7 0,-7 16 0,10-15 0,-10 15 0,7-7 0,-7 10 0,9-1 0,-8 0 0,6 1 0,-7-1 0,9 10 0,1-8 0,-10 8 0,7-1 0,-7-6 0,10 15 0,-10-15 0,7 6 0,-7 1 0,0-8 0,8 8 0,-8-10 0,0 0 0,-2 10 0,0-7 0,-7 15 0,16-15 0,-15 15 0,6-15 0,0 15 0,-7-6 0,7 9 0,0-1 0,-7 1 0,7 0 0,-9-1 0,0 1 0,9 9 0,-6-7 0,6 6 0,-9-8 0,9 0 0,-7-1 0,7 1 0,-9 0 0,9 9 0,-7-7 0,7 24 0,-9-3 0,0 17 0,0 0 0,0 0 0,9-8 0,-6 6 0,6-7 0,0 18 0,-7-6 0,7 6 0,0-8 0,-7-1 0,16 0 0,-16 10 0,16-8 0,-15 7 0,15-8 0,-16-1 0,16-9 0,-16 7 0,16-15 0,-15 15 0,6-7 0,0 0 0,-7 7 0,7-15 0,-9 6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1:12:18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508 0 24575,'-20'0'0,"0"0"0,-1 0 0,1 0 0,0 0 0,-1 0 0,1 0 0,9 9 0,-7-6 0,6 6 0,-8-9 0,9 9 0,-7-7 0,7 7 0,-1 0 0,-6-7 0,7 7 0,-9 0 0,-1-6 0,1 15 0,0-16 0,-1 16 0,1-16 0,0 16 0,0-15 0,-1 6 0,10 0 0,-7-7 0,16 7 0,-7-9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038"/>
            <a:ext cx="5829300" cy="1960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125A82B-2CCF-464E-91C1-C2331CDBA5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4E3288B-9524-4753-B7CB-1A7EABF3DD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31CDB50-91A3-46F3-89B9-1625B4AD17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4B70BB-8141-42C8-8C99-8154A0B694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1694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352CC2-7A15-453A-8A90-1F38E659B2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AF9D89-D6A0-44FB-B1F4-25AA5E7B14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0E09AB-3569-46C7-970E-7400B31AED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C68D6E-CE00-4CFF-97B8-35784329E3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1529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338" y="3875088"/>
            <a:ext cx="5829300" cy="20002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BAA8AC3-8641-4349-901B-71EBF91212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70D7D54-C431-45F7-A332-5F0286C9B7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D5FC0BE-BDCC-4B7C-9C5B-908B581625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6FCEB6-4B09-47DD-9333-5A2E73C476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7556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2641600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05200" y="2641600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ED5431-C216-478F-AD06-B324F4216E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73BD0F-AEFB-4A07-A2F0-D4229A319F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70E720-1A03-4226-9F7D-49154454FF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17FEC9-1941-4731-991F-A7E988AAB9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3711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713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4563" y="2046288"/>
            <a:ext cx="3030537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4563" y="2900363"/>
            <a:ext cx="3030537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9722A30-726A-4684-899A-C9BAAEFAA4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E954E49-D61A-48C7-B3E1-87D24A550C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AD96845-8722-40D1-B7B6-19DA62CC0B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8A5AFD-52C1-4DA4-AA98-B08678FB76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8276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B8C6C15-FD56-4ABA-AB12-BAA70ACDFB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D50E1FB-2178-4660-859C-59A4AD3736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AA6322A-92C9-446C-930A-0698A19F92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9749A5-D26B-4DD9-88B7-4BB0D71C6E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1183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26BD151-6E80-4919-A6C6-E85E8962B2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EDE622F-11F0-46C9-85F2-95727BDB71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738D21C-6B11-469E-BF8F-83948469C3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676B22-A5F5-4030-927E-C4CA6A17B4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902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B731B5-3765-429E-872A-8668632123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07C996-8DF7-4E2F-AF23-8DAE146FF6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165721-1FB1-4FD2-A3E1-477148721D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C26379-5844-4A64-9BA4-F7716D322D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5641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4575CE-128F-476E-9884-7448180382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8A3289-721A-48D4-BD33-CB44F14573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9935AD-6A4E-4742-A5EC-70E337C65E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170698-8585-408D-A50A-82C6BAF88B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1945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1E756A-6CC2-49FD-B2C6-94BBA2E28D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97474D1-7536-4F1B-9CB0-D3EB9F13FE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534539-C415-4FB2-BCF4-AA9959083D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F15850-7A6B-4577-8E5E-4628090CA0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575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86325" y="812800"/>
            <a:ext cx="1457325" cy="7315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812800"/>
            <a:ext cx="4219575" cy="7315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C7C570-8D38-46A4-A221-68C08F2759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DE6BD3-ADB3-4002-8C56-DD9C0767C1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85F287D-3029-4F09-A12C-3077245F7E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8AE627-F7F6-4910-8AF8-EDFD7EF370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3416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BC1576A-CAC6-4108-AC52-7CAE92E892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14350" y="812800"/>
            <a:ext cx="58293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7FFCB32-D8F0-40DD-8DDD-4FE31F5DEF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2641600"/>
            <a:ext cx="58293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5817BB7-B3C8-41CB-87F5-8A89D275B32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4350" y="8331200"/>
            <a:ext cx="14287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305F237-D2AD-46AB-9089-261059316DA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8331200"/>
            <a:ext cx="21717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A19BE72-D15C-4880-BADE-7EDEFB1FE98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8331200"/>
            <a:ext cx="14287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807ACE82-7722-4325-9638-353FC5DF31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21" Type="http://schemas.openxmlformats.org/officeDocument/2006/relationships/image" Target="../media/image10.png"/><Relationship Id="rId42" Type="http://schemas.openxmlformats.org/officeDocument/2006/relationships/customXml" Target="../ink/ink20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3.xml"/><Relationship Id="rId2" Type="http://schemas.openxmlformats.org/officeDocument/2006/relationships/oleObject" Target="../embeddings/Microsoft_Word_97_-_2004_Document.doc"/><Relationship Id="rId16" Type="http://schemas.openxmlformats.org/officeDocument/2006/relationships/customXml" Target="../ink/ink7.xml"/><Relationship Id="rId29" Type="http://schemas.openxmlformats.org/officeDocument/2006/relationships/image" Target="../media/image14.png"/><Relationship Id="rId11" Type="http://schemas.openxmlformats.org/officeDocument/2006/relationships/image" Target="../media/image5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18.png"/><Relationship Id="rId40" Type="http://schemas.openxmlformats.org/officeDocument/2006/relationships/customXml" Target="../ink/ink19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8" Type="http://schemas.openxmlformats.org/officeDocument/2006/relationships/customXml" Target="../ink/ink28.xml"/><Relationship Id="rId66" Type="http://schemas.openxmlformats.org/officeDocument/2006/relationships/customXml" Target="../ink/ink32.xml"/><Relationship Id="rId5" Type="http://schemas.openxmlformats.org/officeDocument/2006/relationships/image" Target="../media/image2.png"/><Relationship Id="rId61" Type="http://schemas.openxmlformats.org/officeDocument/2006/relationships/image" Target="../media/image30.png"/><Relationship Id="rId19" Type="http://schemas.openxmlformats.org/officeDocument/2006/relationships/image" Target="../media/image9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3.png"/><Relationship Id="rId30" Type="http://schemas.openxmlformats.org/officeDocument/2006/relationships/customXml" Target="../ink/ink14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3.xml"/><Relationship Id="rId56" Type="http://schemas.openxmlformats.org/officeDocument/2006/relationships/customXml" Target="../ink/ink27.xml"/><Relationship Id="rId64" Type="http://schemas.openxmlformats.org/officeDocument/2006/relationships/customXml" Target="../ink/ink31.xml"/><Relationship Id="rId69" Type="http://schemas.openxmlformats.org/officeDocument/2006/relationships/image" Target="../media/image34.png"/><Relationship Id="rId8" Type="http://schemas.openxmlformats.org/officeDocument/2006/relationships/customXml" Target="../ink/ink3.xml"/><Relationship Id="rId51" Type="http://schemas.openxmlformats.org/officeDocument/2006/relationships/image" Target="../media/image25.png"/><Relationship Id="rId72" Type="http://schemas.openxmlformats.org/officeDocument/2006/relationships/customXml" Target="../ink/ink35.xml"/><Relationship Id="rId3" Type="http://schemas.openxmlformats.org/officeDocument/2006/relationships/image" Target="../media/image1.emf"/><Relationship Id="rId12" Type="http://schemas.openxmlformats.org/officeDocument/2006/relationships/customXml" Target="../ink/ink5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9.xml"/><Relationship Id="rId41" Type="http://schemas.openxmlformats.org/officeDocument/2006/relationships/image" Target="../media/image20.png"/><Relationship Id="rId54" Type="http://schemas.openxmlformats.org/officeDocument/2006/relationships/customXml" Target="../ink/ink26.xml"/><Relationship Id="rId62" Type="http://schemas.openxmlformats.org/officeDocument/2006/relationships/customXml" Target="../ink/ink30.xml"/><Relationship Id="rId70" Type="http://schemas.openxmlformats.org/officeDocument/2006/relationships/customXml" Target="../ink/ink3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4.xml"/><Relationship Id="rId31" Type="http://schemas.openxmlformats.org/officeDocument/2006/relationships/image" Target="../media/image15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4" Type="http://schemas.openxmlformats.org/officeDocument/2006/relationships/customXml" Target="../ink/ink1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8.xml"/><Relationship Id="rId39" Type="http://schemas.openxmlformats.org/officeDocument/2006/relationships/image" Target="../media/image19.png"/><Relationship Id="rId34" Type="http://schemas.openxmlformats.org/officeDocument/2006/relationships/customXml" Target="../ink/ink16.xml"/><Relationship Id="rId50" Type="http://schemas.openxmlformats.org/officeDocument/2006/relationships/customXml" Target="../ink/ink24.xml"/><Relationship Id="rId55" Type="http://schemas.openxmlformats.org/officeDocument/2006/relationships/image" Target="../media/image27.png"/><Relationship Id="rId7" Type="http://schemas.openxmlformats.org/officeDocument/2006/relationships/image" Target="../media/image3.png"/><Relationship Id="rId71" Type="http://schemas.openxmlformats.org/officeDocument/2006/relationships/image" Target="../media/image3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0FC2EDEB-CD6D-479E-AC2A-6579F6E4CF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3217109"/>
              </p:ext>
            </p:extLst>
          </p:nvPr>
        </p:nvGraphicFramePr>
        <p:xfrm>
          <a:off x="538163" y="5021263"/>
          <a:ext cx="5464175" cy="260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6400" imgH="2628900" progId="Word.Document.8">
                  <p:embed/>
                </p:oleObj>
              </mc:Choice>
              <mc:Fallback>
                <p:oleObj name="Document" r:id="rId2" imgW="5486400" imgH="26289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163" y="5021263"/>
                        <a:ext cx="5464175" cy="2606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" name="Text Box 3">
            <a:extLst>
              <a:ext uri="{FF2B5EF4-FFF2-40B4-BE49-F238E27FC236}">
                <a16:creationId xmlns:a16="http://schemas.microsoft.com/office/drawing/2014/main" id="{6F9A29ED-552A-4B04-9BFF-78324234E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9075" y="152400"/>
            <a:ext cx="955675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400"/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/>
              <a:t>CMSC204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/>
              <a:t>Kartchner</a:t>
            </a:r>
          </a:p>
        </p:txBody>
      </p:sp>
      <p:sp>
        <p:nvSpPr>
          <p:cNvPr id="2054" name="Rectangle 7">
            <a:extLst>
              <a:ext uri="{FF2B5EF4-FFF2-40B4-BE49-F238E27FC236}">
                <a16:creationId xmlns:a16="http://schemas.microsoft.com/office/drawing/2014/main" id="{CD9F0903-62EA-42BD-8AD2-C0B50A702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1189038"/>
            <a:ext cx="62912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V(</a:t>
            </a:r>
            <a:r>
              <a:rPr lang="en-US" altLang="en-US" sz="1200" dirty="0" err="1"/>
              <a:t>StateGraph</a:t>
            </a:r>
            <a:r>
              <a:rPr lang="en-US" altLang="en-US" sz="1200" dirty="0"/>
              <a:t>) = {Oregon, Alaska, Texas, Hawaii, Vermont, </a:t>
            </a:r>
            <a:r>
              <a:rPr lang="en-US" altLang="en-US" sz="1200" dirty="0" err="1"/>
              <a:t>NewYork</a:t>
            </a:r>
            <a:r>
              <a:rPr lang="en-US" altLang="en-US" sz="1200" dirty="0"/>
              <a:t>, California}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E(</a:t>
            </a:r>
            <a:r>
              <a:rPr lang="en-US" altLang="en-US" sz="1200" dirty="0" err="1"/>
              <a:t>StateGraph</a:t>
            </a:r>
            <a:r>
              <a:rPr lang="en-US" altLang="en-US" sz="1200" dirty="0"/>
              <a:t>) = {(Alaska, Oregon), (Hawaii, Alaska), (Hawaii, Texas), (Texas, Hawaii), (Hawaii, 	California), (Hawaii, New York), (Texas, Vermont), (Vermont, California), 	(Vermont, Alaska)}</a:t>
            </a:r>
          </a:p>
        </p:txBody>
      </p:sp>
      <p:sp>
        <p:nvSpPr>
          <p:cNvPr id="2055" name="Rectangle 8">
            <a:extLst>
              <a:ext uri="{FF2B5EF4-FFF2-40B4-BE49-F238E27FC236}">
                <a16:creationId xmlns:a16="http://schemas.microsoft.com/office/drawing/2014/main" id="{23AE5A62-58FC-45BC-8E66-2A3E942B3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429000"/>
            <a:ext cx="5791200" cy="1295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056" name="Text Box 9">
            <a:extLst>
              <a:ext uri="{FF2B5EF4-FFF2-40B4-BE49-F238E27FC236}">
                <a16:creationId xmlns:a16="http://schemas.microsoft.com/office/drawing/2014/main" id="{DF9A9F0D-E17B-4441-A5AB-ABE3472E3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2246313"/>
            <a:ext cx="16637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1.  Draw the </a:t>
            </a:r>
            <a:r>
              <a:rPr lang="en-US" altLang="en-US" sz="1200" dirty="0" err="1"/>
              <a:t>StateGraph</a:t>
            </a:r>
            <a:endParaRPr lang="en-US" alt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9CE5BD-6ED9-B144-A002-90D9FEB773AC}"/>
              </a:ext>
            </a:extLst>
          </p:cNvPr>
          <p:cNvSpPr txBox="1"/>
          <p:nvPr/>
        </p:nvSpPr>
        <p:spPr>
          <a:xfrm>
            <a:off x="287521" y="2460693"/>
            <a:ext cx="60370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 = Alaska, C = California, H = Hawaii, N = New York, O = Oregon, T = Texas, V = Vermont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ABF9432-8D74-C235-A708-C48B486F44A2}"/>
                  </a:ext>
                </a:extLst>
              </p14:cNvPr>
              <p14:cNvContentPartPr/>
              <p14:nvPr/>
            </p14:nvContentPartPr>
            <p14:xfrm>
              <a:off x="3401422" y="3440051"/>
              <a:ext cx="314640" cy="151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ABF9432-8D74-C235-A708-C48B486F44A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95302" y="3433931"/>
                <a:ext cx="32688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6563AEE-77AA-73FA-CE68-00DBD5B9A3BF}"/>
                  </a:ext>
                </a:extLst>
              </p14:cNvPr>
              <p14:cNvContentPartPr/>
              <p14:nvPr/>
            </p14:nvContentPartPr>
            <p14:xfrm>
              <a:off x="3650182" y="3432851"/>
              <a:ext cx="73440" cy="838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6563AEE-77AA-73FA-CE68-00DBD5B9A3B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44062" y="3426731"/>
                <a:ext cx="8568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1C2426A-4713-6C25-6D11-EA09C4D71C3E}"/>
                  </a:ext>
                </a:extLst>
              </p14:cNvPr>
              <p14:cNvContentPartPr/>
              <p14:nvPr/>
            </p14:nvContentPartPr>
            <p14:xfrm>
              <a:off x="3657382" y="3396131"/>
              <a:ext cx="80640" cy="514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1C2426A-4713-6C25-6D11-EA09C4D71C3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51262" y="3390011"/>
                <a:ext cx="9288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CFD63A9-DC8E-3F8B-8F6F-813ECA609F5F}"/>
                  </a:ext>
                </a:extLst>
              </p14:cNvPr>
              <p14:cNvContentPartPr/>
              <p14:nvPr/>
            </p14:nvContentPartPr>
            <p14:xfrm>
              <a:off x="3862222" y="3315851"/>
              <a:ext cx="241560" cy="3218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CFD63A9-DC8E-3F8B-8F6F-813ECA609F5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56102" y="3309731"/>
                <a:ext cx="253800" cy="33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84" name="Group 2083">
            <a:extLst>
              <a:ext uri="{FF2B5EF4-FFF2-40B4-BE49-F238E27FC236}">
                <a16:creationId xmlns:a16="http://schemas.microsoft.com/office/drawing/2014/main" id="{F27D40B7-E591-D54D-539B-CCC64F0C48EB}"/>
              </a:ext>
            </a:extLst>
          </p:cNvPr>
          <p:cNvGrpSpPr/>
          <p:nvPr/>
        </p:nvGrpSpPr>
        <p:grpSpPr>
          <a:xfrm>
            <a:off x="894382" y="3315851"/>
            <a:ext cx="2397600" cy="1406880"/>
            <a:chOff x="894382" y="3315851"/>
            <a:chExt cx="2397600" cy="140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511E976-C0DF-71F1-01D0-7A35E4986523}"/>
                    </a:ext>
                  </a:extLst>
                </p14:cNvPr>
                <p14:cNvContentPartPr/>
                <p14:nvPr/>
              </p14:nvContentPartPr>
              <p14:xfrm>
                <a:off x="1500982" y="4105331"/>
                <a:ext cx="161280" cy="2563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511E976-C0DF-71F1-01D0-7A35E498652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94862" y="4099211"/>
                  <a:ext cx="1735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A92A5B9-9C59-1942-1067-0D30064B4FA4}"/>
                    </a:ext>
                  </a:extLst>
                </p14:cNvPr>
                <p14:cNvContentPartPr/>
                <p14:nvPr/>
              </p14:nvContentPartPr>
              <p14:xfrm>
                <a:off x="1694302" y="3659291"/>
                <a:ext cx="275040" cy="380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A92A5B9-9C59-1942-1067-0D30064B4FA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88182" y="3653171"/>
                  <a:ext cx="28728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B219A5A-EB3E-11C2-A177-5C1BAAD162BF}"/>
                    </a:ext>
                  </a:extLst>
                </p14:cNvPr>
                <p14:cNvContentPartPr/>
                <p14:nvPr/>
              </p14:nvContentPartPr>
              <p14:xfrm>
                <a:off x="1683862" y="3922451"/>
                <a:ext cx="29520" cy="131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B219A5A-EB3E-11C2-A177-5C1BAAD162B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77742" y="3916331"/>
                  <a:ext cx="417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072AB65-F838-FFED-4945-45216E0DAFAB}"/>
                    </a:ext>
                  </a:extLst>
                </p14:cNvPr>
                <p14:cNvContentPartPr/>
                <p14:nvPr/>
              </p14:nvContentPartPr>
              <p14:xfrm>
                <a:off x="894382" y="3345011"/>
                <a:ext cx="37080" cy="2862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072AB65-F838-FFED-4945-45216E0DAFA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88262" y="3338891"/>
                  <a:ext cx="493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6124DAB-462A-AD96-C6EE-3409A034D64E}"/>
                    </a:ext>
                  </a:extLst>
                </p14:cNvPr>
                <p14:cNvContentPartPr/>
                <p14:nvPr/>
              </p14:nvContentPartPr>
              <p14:xfrm>
                <a:off x="938302" y="3345011"/>
                <a:ext cx="197640" cy="289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6124DAB-462A-AD96-C6EE-3409A034D64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32182" y="3338891"/>
                  <a:ext cx="2098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903B585-140E-0116-4C17-2484B5B7B903}"/>
                    </a:ext>
                  </a:extLst>
                </p14:cNvPr>
                <p14:cNvContentPartPr/>
                <p14:nvPr/>
              </p14:nvContentPartPr>
              <p14:xfrm>
                <a:off x="1252582" y="3410891"/>
                <a:ext cx="793800" cy="662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903B585-140E-0116-4C17-2484B5B7B90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246462" y="3404771"/>
                  <a:ext cx="8060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AAEB958-6BEF-1620-AB14-2C4BF40BE0DB}"/>
                    </a:ext>
                  </a:extLst>
                </p14:cNvPr>
                <p14:cNvContentPartPr/>
                <p14:nvPr/>
              </p14:nvContentPartPr>
              <p14:xfrm>
                <a:off x="1245022" y="3491171"/>
                <a:ext cx="124560" cy="95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AAEB958-6BEF-1620-AB14-2C4BF40BE0D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238902" y="3485051"/>
                  <a:ext cx="1368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51AD625-AC16-EC53-49B5-3F1E5F38C38A}"/>
                    </a:ext>
                  </a:extLst>
                </p14:cNvPr>
                <p14:cNvContentPartPr/>
                <p14:nvPr/>
              </p14:nvContentPartPr>
              <p14:xfrm>
                <a:off x="1274542" y="3359771"/>
                <a:ext cx="131760" cy="1245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51AD625-AC16-EC53-49B5-3F1E5F38C38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268422" y="3353651"/>
                  <a:ext cx="1440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3AE2304-4265-153E-4D9C-31EE162B04BD}"/>
                    </a:ext>
                  </a:extLst>
                </p14:cNvPr>
                <p14:cNvContentPartPr/>
                <p14:nvPr/>
              </p14:nvContentPartPr>
              <p14:xfrm>
                <a:off x="3094702" y="3315851"/>
                <a:ext cx="168480" cy="248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3AE2304-4265-153E-4D9C-31EE162B04B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88582" y="3309731"/>
                  <a:ext cx="1807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77EB83A-2259-28CB-277F-D5B9FC47BD93}"/>
                    </a:ext>
                  </a:extLst>
                </p14:cNvPr>
                <p14:cNvContentPartPr/>
                <p14:nvPr/>
              </p14:nvContentPartPr>
              <p14:xfrm>
                <a:off x="3248062" y="3345011"/>
                <a:ext cx="22320" cy="219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77EB83A-2259-28CB-277F-D5B9FC47BD9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41942" y="3338891"/>
                  <a:ext cx="345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EE86B93-78CB-A392-2479-05CB57BF9981}"/>
                    </a:ext>
                  </a:extLst>
                </p14:cNvPr>
                <p14:cNvContentPartPr/>
                <p14:nvPr/>
              </p14:nvContentPartPr>
              <p14:xfrm>
                <a:off x="3160222" y="3462011"/>
                <a:ext cx="131760" cy="7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EE86B93-78CB-A392-2479-05CB57BF998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54102" y="3455891"/>
                  <a:ext cx="1440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81F38AA-D4E8-ACD6-9467-D7A5B41A7612}"/>
                    </a:ext>
                  </a:extLst>
                </p14:cNvPr>
                <p14:cNvContentPartPr/>
                <p14:nvPr/>
              </p14:nvContentPartPr>
              <p14:xfrm>
                <a:off x="2085622" y="3330611"/>
                <a:ext cx="51480" cy="219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81F38AA-D4E8-ACD6-9467-D7A5B41A761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079502" y="3324491"/>
                  <a:ext cx="637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9AC4BB3-364D-D6D3-70F5-A4B3E69988B1}"/>
                    </a:ext>
                  </a:extLst>
                </p14:cNvPr>
                <p14:cNvContentPartPr/>
                <p14:nvPr/>
              </p14:nvContentPartPr>
              <p14:xfrm>
                <a:off x="2261302" y="3359771"/>
                <a:ext cx="58680" cy="2196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9AC4BB3-364D-D6D3-70F5-A4B3E69988B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255182" y="3353651"/>
                  <a:ext cx="709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2DA1E13-4FD7-9D8A-4DC3-D722C7DEE2A0}"/>
                    </a:ext>
                  </a:extLst>
                </p14:cNvPr>
                <p14:cNvContentPartPr/>
                <p14:nvPr/>
              </p14:nvContentPartPr>
              <p14:xfrm>
                <a:off x="2129542" y="3476771"/>
                <a:ext cx="168480" cy="15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2DA1E13-4FD7-9D8A-4DC3-D722C7DEE2A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23422" y="3470651"/>
                  <a:ext cx="1807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0A10D12-82F1-20BC-9058-5965E452E74C}"/>
                    </a:ext>
                  </a:extLst>
                </p14:cNvPr>
                <p14:cNvContentPartPr/>
                <p14:nvPr/>
              </p14:nvContentPartPr>
              <p14:xfrm>
                <a:off x="2436622" y="3458051"/>
                <a:ext cx="516240" cy="99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0A10D12-82F1-20BC-9058-5965E452E74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430502" y="3451931"/>
                  <a:ext cx="5284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1F8701B-7CDC-3E0E-6180-E6D0E1043C51}"/>
                    </a:ext>
                  </a:extLst>
                </p14:cNvPr>
                <p14:cNvContentPartPr/>
                <p14:nvPr/>
              </p14:nvContentPartPr>
              <p14:xfrm>
                <a:off x="2838742" y="3396131"/>
                <a:ext cx="124560" cy="586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1F8701B-7CDC-3E0E-6180-E6D0E1043C5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832622" y="3390011"/>
                  <a:ext cx="1368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049" name="Ink 2048">
                  <a:extLst>
                    <a:ext uri="{FF2B5EF4-FFF2-40B4-BE49-F238E27FC236}">
                      <a16:creationId xmlns:a16="http://schemas.microsoft.com/office/drawing/2014/main" id="{91EAF1AF-3010-CA35-1418-28CFCD8B0FC3}"/>
                    </a:ext>
                  </a:extLst>
                </p14:cNvPr>
                <p14:cNvContentPartPr/>
                <p14:nvPr/>
              </p14:nvContentPartPr>
              <p14:xfrm>
                <a:off x="2473342" y="3966371"/>
                <a:ext cx="22320" cy="249840"/>
              </p14:xfrm>
            </p:contentPart>
          </mc:Choice>
          <mc:Fallback>
            <p:pic>
              <p:nvPicPr>
                <p:cNvPr id="2049" name="Ink 2048">
                  <a:extLst>
                    <a:ext uri="{FF2B5EF4-FFF2-40B4-BE49-F238E27FC236}">
                      <a16:creationId xmlns:a16="http://schemas.microsoft.com/office/drawing/2014/main" id="{91EAF1AF-3010-CA35-1418-28CFCD8B0FC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467222" y="3960251"/>
                  <a:ext cx="345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052" name="Ink 2051">
                  <a:extLst>
                    <a:ext uri="{FF2B5EF4-FFF2-40B4-BE49-F238E27FC236}">
                      <a16:creationId xmlns:a16="http://schemas.microsoft.com/office/drawing/2014/main" id="{A231641A-A3E2-20DF-2B16-2EAD670D65C1}"/>
                    </a:ext>
                  </a:extLst>
                </p14:cNvPr>
                <p14:cNvContentPartPr/>
                <p14:nvPr/>
              </p14:nvContentPartPr>
              <p14:xfrm>
                <a:off x="2370742" y="3959171"/>
                <a:ext cx="270720" cy="7560"/>
              </p14:xfrm>
            </p:contentPart>
          </mc:Choice>
          <mc:Fallback>
            <p:pic>
              <p:nvPicPr>
                <p:cNvPr id="2052" name="Ink 2051">
                  <a:extLst>
                    <a:ext uri="{FF2B5EF4-FFF2-40B4-BE49-F238E27FC236}">
                      <a16:creationId xmlns:a16="http://schemas.microsoft.com/office/drawing/2014/main" id="{A231641A-A3E2-20DF-2B16-2EAD670D65C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364622" y="3953051"/>
                  <a:ext cx="2829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053" name="Ink 2052">
                  <a:extLst>
                    <a:ext uri="{FF2B5EF4-FFF2-40B4-BE49-F238E27FC236}">
                      <a16:creationId xmlns:a16="http://schemas.microsoft.com/office/drawing/2014/main" id="{E4466A11-3A37-825D-8CF4-9926DCA5BA06}"/>
                    </a:ext>
                  </a:extLst>
                </p14:cNvPr>
                <p14:cNvContentPartPr/>
                <p14:nvPr/>
              </p14:nvContentPartPr>
              <p14:xfrm>
                <a:off x="2275702" y="3674051"/>
                <a:ext cx="168480" cy="281520"/>
              </p14:xfrm>
            </p:contentPart>
          </mc:Choice>
          <mc:Fallback>
            <p:pic>
              <p:nvPicPr>
                <p:cNvPr id="2053" name="Ink 2052">
                  <a:extLst>
                    <a:ext uri="{FF2B5EF4-FFF2-40B4-BE49-F238E27FC236}">
                      <a16:creationId xmlns:a16="http://schemas.microsoft.com/office/drawing/2014/main" id="{E4466A11-3A37-825D-8CF4-9926DCA5BA0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269582" y="3667931"/>
                  <a:ext cx="1807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057" name="Ink 2056">
                  <a:extLst>
                    <a:ext uri="{FF2B5EF4-FFF2-40B4-BE49-F238E27FC236}">
                      <a16:creationId xmlns:a16="http://schemas.microsoft.com/office/drawing/2014/main" id="{384B2DAE-870E-EA50-8C54-5CC88D170067}"/>
                    </a:ext>
                  </a:extLst>
                </p14:cNvPr>
                <p14:cNvContentPartPr/>
                <p14:nvPr/>
              </p14:nvContentPartPr>
              <p14:xfrm>
                <a:off x="2268502" y="3659291"/>
                <a:ext cx="147240" cy="80640"/>
              </p14:xfrm>
            </p:contentPart>
          </mc:Choice>
          <mc:Fallback>
            <p:pic>
              <p:nvPicPr>
                <p:cNvPr id="2057" name="Ink 2056">
                  <a:extLst>
                    <a:ext uri="{FF2B5EF4-FFF2-40B4-BE49-F238E27FC236}">
                      <a16:creationId xmlns:a16="http://schemas.microsoft.com/office/drawing/2014/main" id="{384B2DAE-870E-EA50-8C54-5CC88D17006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262382" y="3653171"/>
                  <a:ext cx="1594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058" name="Ink 2057">
                  <a:extLst>
                    <a:ext uri="{FF2B5EF4-FFF2-40B4-BE49-F238E27FC236}">
                      <a16:creationId xmlns:a16="http://schemas.microsoft.com/office/drawing/2014/main" id="{8ED25DCA-93CC-2F83-C653-66F03ABD130A}"/>
                    </a:ext>
                  </a:extLst>
                </p14:cNvPr>
                <p14:cNvContentPartPr/>
                <p14:nvPr/>
              </p14:nvContentPartPr>
              <p14:xfrm>
                <a:off x="2275702" y="3688811"/>
                <a:ext cx="29520" cy="131760"/>
              </p14:xfrm>
            </p:contentPart>
          </mc:Choice>
          <mc:Fallback>
            <p:pic>
              <p:nvPicPr>
                <p:cNvPr id="2058" name="Ink 2057">
                  <a:extLst>
                    <a:ext uri="{FF2B5EF4-FFF2-40B4-BE49-F238E27FC236}">
                      <a16:creationId xmlns:a16="http://schemas.microsoft.com/office/drawing/2014/main" id="{8ED25DCA-93CC-2F83-C653-66F03ABD130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269582" y="3682691"/>
                  <a:ext cx="417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059" name="Ink 2058">
                  <a:extLst>
                    <a:ext uri="{FF2B5EF4-FFF2-40B4-BE49-F238E27FC236}">
                      <a16:creationId xmlns:a16="http://schemas.microsoft.com/office/drawing/2014/main" id="{4BA0675F-E492-29A8-C51F-996D54A97DC3}"/>
                    </a:ext>
                  </a:extLst>
                </p14:cNvPr>
                <p14:cNvContentPartPr/>
                <p14:nvPr/>
              </p14:nvContentPartPr>
              <p14:xfrm>
                <a:off x="2348782" y="3615731"/>
                <a:ext cx="212400" cy="289440"/>
              </p14:xfrm>
            </p:contentPart>
          </mc:Choice>
          <mc:Fallback>
            <p:pic>
              <p:nvPicPr>
                <p:cNvPr id="2059" name="Ink 2058">
                  <a:extLst>
                    <a:ext uri="{FF2B5EF4-FFF2-40B4-BE49-F238E27FC236}">
                      <a16:creationId xmlns:a16="http://schemas.microsoft.com/office/drawing/2014/main" id="{4BA0675F-E492-29A8-C51F-996D54A97DC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342662" y="3609611"/>
                  <a:ext cx="2246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062" name="Ink 2061">
                  <a:extLst>
                    <a:ext uri="{FF2B5EF4-FFF2-40B4-BE49-F238E27FC236}">
                      <a16:creationId xmlns:a16="http://schemas.microsoft.com/office/drawing/2014/main" id="{28F799F7-F99E-0AFF-B1EC-FE84E94D2B9B}"/>
                    </a:ext>
                  </a:extLst>
                </p14:cNvPr>
                <p14:cNvContentPartPr/>
                <p14:nvPr/>
              </p14:nvContentPartPr>
              <p14:xfrm>
                <a:off x="2388742" y="3849371"/>
                <a:ext cx="121320" cy="44280"/>
              </p14:xfrm>
            </p:contentPart>
          </mc:Choice>
          <mc:Fallback>
            <p:pic>
              <p:nvPicPr>
                <p:cNvPr id="2062" name="Ink 2061">
                  <a:extLst>
                    <a:ext uri="{FF2B5EF4-FFF2-40B4-BE49-F238E27FC236}">
                      <a16:creationId xmlns:a16="http://schemas.microsoft.com/office/drawing/2014/main" id="{28F799F7-F99E-0AFF-B1EC-FE84E94D2B9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382622" y="3843251"/>
                  <a:ext cx="1335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065" name="Ink 2064">
                  <a:extLst>
                    <a:ext uri="{FF2B5EF4-FFF2-40B4-BE49-F238E27FC236}">
                      <a16:creationId xmlns:a16="http://schemas.microsoft.com/office/drawing/2014/main" id="{8C18DA6E-9237-0464-416A-455338C99D4B}"/>
                    </a:ext>
                  </a:extLst>
                </p14:cNvPr>
                <p14:cNvContentPartPr/>
                <p14:nvPr/>
              </p14:nvContentPartPr>
              <p14:xfrm>
                <a:off x="2553622" y="4492691"/>
                <a:ext cx="190440" cy="230040"/>
              </p14:xfrm>
            </p:contentPart>
          </mc:Choice>
          <mc:Fallback>
            <p:pic>
              <p:nvPicPr>
                <p:cNvPr id="2065" name="Ink 2064">
                  <a:extLst>
                    <a:ext uri="{FF2B5EF4-FFF2-40B4-BE49-F238E27FC236}">
                      <a16:creationId xmlns:a16="http://schemas.microsoft.com/office/drawing/2014/main" id="{8C18DA6E-9237-0464-416A-455338C99D4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547502" y="4486571"/>
                  <a:ext cx="2026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066" name="Ink 2065">
                  <a:extLst>
                    <a:ext uri="{FF2B5EF4-FFF2-40B4-BE49-F238E27FC236}">
                      <a16:creationId xmlns:a16="http://schemas.microsoft.com/office/drawing/2014/main" id="{5CD680FE-9F20-A113-740B-5E721E17F6A8}"/>
                    </a:ext>
                  </a:extLst>
                </p14:cNvPr>
                <p14:cNvContentPartPr/>
                <p14:nvPr/>
              </p14:nvContentPartPr>
              <p14:xfrm>
                <a:off x="2560822" y="4258691"/>
                <a:ext cx="161280" cy="238320"/>
              </p14:xfrm>
            </p:contentPart>
          </mc:Choice>
          <mc:Fallback>
            <p:pic>
              <p:nvPicPr>
                <p:cNvPr id="2066" name="Ink 2065">
                  <a:extLst>
                    <a:ext uri="{FF2B5EF4-FFF2-40B4-BE49-F238E27FC236}">
                      <a16:creationId xmlns:a16="http://schemas.microsoft.com/office/drawing/2014/main" id="{5CD680FE-9F20-A113-740B-5E721E17F6A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554702" y="4252571"/>
                  <a:ext cx="1735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067" name="Ink 2066">
                  <a:extLst>
                    <a:ext uri="{FF2B5EF4-FFF2-40B4-BE49-F238E27FC236}">
                      <a16:creationId xmlns:a16="http://schemas.microsoft.com/office/drawing/2014/main" id="{590D3274-F4BA-82B9-87D9-5EE6E0D9FD0D}"/>
                    </a:ext>
                  </a:extLst>
                </p14:cNvPr>
                <p14:cNvContentPartPr/>
                <p14:nvPr/>
              </p14:nvContentPartPr>
              <p14:xfrm>
                <a:off x="2458582" y="4361291"/>
                <a:ext cx="175680" cy="124560"/>
              </p14:xfrm>
            </p:contentPart>
          </mc:Choice>
          <mc:Fallback>
            <p:pic>
              <p:nvPicPr>
                <p:cNvPr id="2067" name="Ink 2066">
                  <a:extLst>
                    <a:ext uri="{FF2B5EF4-FFF2-40B4-BE49-F238E27FC236}">
                      <a16:creationId xmlns:a16="http://schemas.microsoft.com/office/drawing/2014/main" id="{590D3274-F4BA-82B9-87D9-5EE6E0D9FD0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452462" y="4355171"/>
                  <a:ext cx="1879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074" name="Ink 2073">
                  <a:extLst>
                    <a:ext uri="{FF2B5EF4-FFF2-40B4-BE49-F238E27FC236}">
                      <a16:creationId xmlns:a16="http://schemas.microsoft.com/office/drawing/2014/main" id="{8140B7EF-48C3-F7E5-D598-7CE8679B3F44}"/>
                    </a:ext>
                  </a:extLst>
                </p14:cNvPr>
                <p14:cNvContentPartPr/>
                <p14:nvPr/>
              </p14:nvContentPartPr>
              <p14:xfrm>
                <a:off x="1808062" y="4397651"/>
                <a:ext cx="680040" cy="270720"/>
              </p14:xfrm>
            </p:contentPart>
          </mc:Choice>
          <mc:Fallback>
            <p:pic>
              <p:nvPicPr>
                <p:cNvPr id="2074" name="Ink 2073">
                  <a:extLst>
                    <a:ext uri="{FF2B5EF4-FFF2-40B4-BE49-F238E27FC236}">
                      <a16:creationId xmlns:a16="http://schemas.microsoft.com/office/drawing/2014/main" id="{8140B7EF-48C3-F7E5-D598-7CE8679B3F4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801942" y="4391531"/>
                  <a:ext cx="69228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075" name="Ink 2074">
                  <a:extLst>
                    <a:ext uri="{FF2B5EF4-FFF2-40B4-BE49-F238E27FC236}">
                      <a16:creationId xmlns:a16="http://schemas.microsoft.com/office/drawing/2014/main" id="{7EC9AD85-C0F2-1D47-16ED-CF680C589B39}"/>
                    </a:ext>
                  </a:extLst>
                </p14:cNvPr>
                <p14:cNvContentPartPr/>
                <p14:nvPr/>
              </p14:nvContentPartPr>
              <p14:xfrm>
                <a:off x="1837222" y="4397651"/>
                <a:ext cx="219600" cy="15120"/>
              </p14:xfrm>
            </p:contentPart>
          </mc:Choice>
          <mc:Fallback>
            <p:pic>
              <p:nvPicPr>
                <p:cNvPr id="2075" name="Ink 2074">
                  <a:extLst>
                    <a:ext uri="{FF2B5EF4-FFF2-40B4-BE49-F238E27FC236}">
                      <a16:creationId xmlns:a16="http://schemas.microsoft.com/office/drawing/2014/main" id="{7EC9AD85-C0F2-1D47-16ED-CF680C589B3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831102" y="4391531"/>
                  <a:ext cx="2318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2076" name="Ink 2075">
                  <a:extLst>
                    <a:ext uri="{FF2B5EF4-FFF2-40B4-BE49-F238E27FC236}">
                      <a16:creationId xmlns:a16="http://schemas.microsoft.com/office/drawing/2014/main" id="{FCA61CAC-D5E9-C7C8-956E-6BA25809A8E9}"/>
                    </a:ext>
                  </a:extLst>
                </p14:cNvPr>
                <p14:cNvContentPartPr/>
                <p14:nvPr/>
              </p14:nvContentPartPr>
              <p14:xfrm>
                <a:off x="1837222" y="4419611"/>
                <a:ext cx="102600" cy="190440"/>
              </p14:xfrm>
            </p:contentPart>
          </mc:Choice>
          <mc:Fallback>
            <p:pic>
              <p:nvPicPr>
                <p:cNvPr id="2076" name="Ink 2075">
                  <a:extLst>
                    <a:ext uri="{FF2B5EF4-FFF2-40B4-BE49-F238E27FC236}">
                      <a16:creationId xmlns:a16="http://schemas.microsoft.com/office/drawing/2014/main" id="{FCA61CAC-D5E9-C7C8-956E-6BA25809A8E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831102" y="4413491"/>
                  <a:ext cx="1148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2079" name="Ink 2078">
                  <a:extLst>
                    <a:ext uri="{FF2B5EF4-FFF2-40B4-BE49-F238E27FC236}">
                      <a16:creationId xmlns:a16="http://schemas.microsoft.com/office/drawing/2014/main" id="{15A1C0EF-52E4-0CEB-D0C8-1FA348F0372B}"/>
                    </a:ext>
                  </a:extLst>
                </p14:cNvPr>
                <p14:cNvContentPartPr/>
                <p14:nvPr/>
              </p14:nvContentPartPr>
              <p14:xfrm>
                <a:off x="2867902" y="3648851"/>
                <a:ext cx="343800" cy="815040"/>
              </p14:xfrm>
            </p:contentPart>
          </mc:Choice>
          <mc:Fallback>
            <p:pic>
              <p:nvPicPr>
                <p:cNvPr id="2079" name="Ink 2078">
                  <a:extLst>
                    <a:ext uri="{FF2B5EF4-FFF2-40B4-BE49-F238E27FC236}">
                      <a16:creationId xmlns:a16="http://schemas.microsoft.com/office/drawing/2014/main" id="{15A1C0EF-52E4-0CEB-D0C8-1FA348F0372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861782" y="3642731"/>
                  <a:ext cx="356040" cy="82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082" name="Ink 2081">
                  <a:extLst>
                    <a:ext uri="{FF2B5EF4-FFF2-40B4-BE49-F238E27FC236}">
                      <a16:creationId xmlns:a16="http://schemas.microsoft.com/office/drawing/2014/main" id="{1D9D1327-F4D5-D695-F418-EFA83E69B9FD}"/>
                    </a:ext>
                  </a:extLst>
                </p14:cNvPr>
                <p14:cNvContentPartPr/>
                <p14:nvPr/>
              </p14:nvContentPartPr>
              <p14:xfrm>
                <a:off x="2962942" y="3674051"/>
                <a:ext cx="183240" cy="58680"/>
              </p14:xfrm>
            </p:contentPart>
          </mc:Choice>
          <mc:Fallback>
            <p:pic>
              <p:nvPicPr>
                <p:cNvPr id="2082" name="Ink 2081">
                  <a:extLst>
                    <a:ext uri="{FF2B5EF4-FFF2-40B4-BE49-F238E27FC236}">
                      <a16:creationId xmlns:a16="http://schemas.microsoft.com/office/drawing/2014/main" id="{1D9D1327-F4D5-D695-F418-EFA83E69B9F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956822" y="3667931"/>
                  <a:ext cx="195480" cy="70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C129A688-1F3C-4C9F-9AC5-19802C32F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5446713"/>
            <a:ext cx="3217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3.   b.   Show the adjacency lists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            that would describe the edges in the graph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F1D4401-FBEF-43F9-BEE5-1B122142E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6019800"/>
            <a:ext cx="1295400" cy="2590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73641C4-B2C2-437B-AAA3-9677860519ED}"/>
              </a:ext>
            </a:extLst>
          </p:cNvPr>
          <p:cNvGrpSpPr/>
          <p:nvPr/>
        </p:nvGrpSpPr>
        <p:grpSpPr>
          <a:xfrm>
            <a:off x="914400" y="1447800"/>
            <a:ext cx="5486400" cy="2590800"/>
            <a:chOff x="381000" y="6248400"/>
            <a:chExt cx="5486400" cy="2590800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150515A3-7AEC-4F11-96B7-7933E5964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" y="6553200"/>
              <a:ext cx="1143000" cy="2286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AC614A04-AAA4-4C45-9079-2C377ECCE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477000"/>
              <a:ext cx="3962400" cy="2362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BCC31319-0CFB-4318-B56D-38F795438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6248400"/>
              <a:ext cx="54927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dirty="0"/>
                <a:t>States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4B944C5-4159-45AC-A452-4E3D1B0B311C}"/>
              </a:ext>
            </a:extLst>
          </p:cNvPr>
          <p:cNvSpPr/>
          <p:nvPr/>
        </p:nvSpPr>
        <p:spPr>
          <a:xfrm>
            <a:off x="457200" y="304800"/>
            <a:ext cx="533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  <a:tabLst>
                <a:tab pos="228600" algn="l"/>
              </a:tabLst>
            </a:pPr>
            <a:r>
              <a:rPr lang="en-US" sz="1200" dirty="0">
                <a:ea typeface="Times New Roman" panose="02020603050405020304" pitchFamily="18" charset="0"/>
              </a:rPr>
              <a:t>a.  Show the adjacency matrix that would describe the edges in the graph. Store the vertices in alphabetical order</a:t>
            </a:r>
            <a:endParaRPr lang="en-US" sz="1000" dirty="0">
              <a:ea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91613-6212-5559-B981-DD06FB24C729}"/>
              </a:ext>
            </a:extLst>
          </p:cNvPr>
          <p:cNvSpPr txBox="1"/>
          <p:nvPr/>
        </p:nvSpPr>
        <p:spPr>
          <a:xfrm>
            <a:off x="1300593" y="1791831"/>
            <a:ext cx="37061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</a:t>
            </a:r>
          </a:p>
          <a:p>
            <a:r>
              <a:rPr lang="en-US" sz="2000" dirty="0"/>
              <a:t>C</a:t>
            </a:r>
          </a:p>
          <a:p>
            <a:r>
              <a:rPr lang="en-US" sz="2000" dirty="0"/>
              <a:t>H</a:t>
            </a:r>
          </a:p>
          <a:p>
            <a:r>
              <a:rPr lang="en-US" sz="2000" dirty="0"/>
              <a:t>N</a:t>
            </a:r>
          </a:p>
          <a:p>
            <a:r>
              <a:rPr lang="en-US" sz="2000" dirty="0"/>
              <a:t>O</a:t>
            </a:r>
          </a:p>
          <a:p>
            <a:r>
              <a:rPr lang="en-US" sz="2000" dirty="0"/>
              <a:t>T</a:t>
            </a:r>
          </a:p>
          <a:p>
            <a:r>
              <a:rPr lang="en-US" sz="2000" dirty="0"/>
              <a:t>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1CF650-3A2E-D176-E0B9-89B5B0F9AEE7}"/>
              </a:ext>
            </a:extLst>
          </p:cNvPr>
          <p:cNvSpPr txBox="1"/>
          <p:nvPr/>
        </p:nvSpPr>
        <p:spPr>
          <a:xfrm>
            <a:off x="2312697" y="6019800"/>
            <a:ext cx="147912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</a:t>
            </a:r>
          </a:p>
          <a:p>
            <a:endParaRPr lang="en-US" dirty="0"/>
          </a:p>
          <a:p>
            <a:r>
              <a:rPr lang="en-US" dirty="0"/>
              <a:t>A, C, N, 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H, V</a:t>
            </a:r>
          </a:p>
          <a:p>
            <a:r>
              <a:rPr lang="en-US" dirty="0"/>
              <a:t>A, 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A8319A-336C-9647-CD91-4BFDE1B18BE8}"/>
              </a:ext>
            </a:extLst>
          </p:cNvPr>
          <p:cNvSpPr txBox="1"/>
          <p:nvPr/>
        </p:nvSpPr>
        <p:spPr>
          <a:xfrm>
            <a:off x="1417637" y="6019800"/>
            <a:ext cx="407484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  <a:p>
            <a:r>
              <a:rPr lang="en-US" dirty="0"/>
              <a:t>C</a:t>
            </a:r>
          </a:p>
          <a:p>
            <a:r>
              <a:rPr lang="en-US" dirty="0"/>
              <a:t>H</a:t>
            </a:r>
          </a:p>
          <a:p>
            <a:r>
              <a:rPr lang="en-US" dirty="0"/>
              <a:t>N</a:t>
            </a:r>
          </a:p>
          <a:p>
            <a:r>
              <a:rPr lang="en-US" dirty="0"/>
              <a:t>O</a:t>
            </a:r>
          </a:p>
          <a:p>
            <a:r>
              <a:rPr lang="en-US" dirty="0"/>
              <a:t>T</a:t>
            </a:r>
          </a:p>
          <a:p>
            <a:r>
              <a:rPr lang="en-US" dirty="0"/>
              <a:t>V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FE8F265-7A7C-137A-989F-3A5AAFEB3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212532"/>
              </p:ext>
            </p:extLst>
          </p:nvPr>
        </p:nvGraphicFramePr>
        <p:xfrm>
          <a:off x="2438400" y="1133784"/>
          <a:ext cx="396239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057">
                  <a:extLst>
                    <a:ext uri="{9D8B030D-6E8A-4147-A177-3AD203B41FA5}">
                      <a16:colId xmlns:a16="http://schemas.microsoft.com/office/drawing/2014/main" val="2802082326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1418045349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1231366120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2628725645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1360032579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3865974992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858326954"/>
                    </a:ext>
                  </a:extLst>
                </a:gridCol>
              </a:tblGrid>
              <a:tr h="345558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492239"/>
                  </a:ext>
                </a:extLst>
              </a:tr>
              <a:tr h="345558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997811"/>
                  </a:ext>
                </a:extLst>
              </a:tr>
              <a:tr h="34555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324458"/>
                  </a:ext>
                </a:extLst>
              </a:tr>
              <a:tr h="34555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509860"/>
                  </a:ext>
                </a:extLst>
              </a:tr>
              <a:tr h="34555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637742"/>
                  </a:ext>
                </a:extLst>
              </a:tr>
              <a:tr h="34555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119422"/>
                  </a:ext>
                </a:extLst>
              </a:tr>
              <a:tr h="34555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945266"/>
                  </a:ext>
                </a:extLst>
              </a:tr>
              <a:tr h="34555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7431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B977FDE-32EA-465E-AADB-9C989EE1C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09600"/>
            <a:ext cx="4391025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644F9C34-5703-4C24-9E52-5CCFFBD67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240534"/>
            <a:ext cx="5704254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4 a.    Which of the following lists the graph nodes in depth first order beginning with E?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A)	E, G, F, C, D, B, A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B)	G, A, E, C, B, F, D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highlight>
                  <a:srgbClr val="FFFF00"/>
                </a:highlight>
              </a:rPr>
              <a:t>	C)	E, G, A, D, F, C, B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D)	E, C, F, B, A, D, G 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F45A182C-00FA-4567-8FE6-CAFB6DBCF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800600"/>
            <a:ext cx="57150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4 b.    Which of the following lists the graph nodes in breadth first order beginning at F?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</a:t>
            </a:r>
            <a:r>
              <a:rPr lang="en-US" altLang="en-US" sz="1200" dirty="0">
                <a:highlight>
                  <a:srgbClr val="FFFF00"/>
                </a:highlight>
              </a:rPr>
              <a:t>A)  F, C, D, A, B, E, G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B)  F, D, C, A, B, C, G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C)  F, C, D, B, G, A, 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D)  a, b, and c are all breadth first traversals </a:t>
            </a:r>
          </a:p>
        </p:txBody>
      </p:sp>
    </p:spTree>
    <p:extLst>
      <p:ext uri="{BB962C8B-B14F-4D97-AF65-F5344CB8AC3E}">
        <p14:creationId xmlns:p14="http://schemas.microsoft.com/office/powerpoint/2010/main" val="2845338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4" descr="9_633b">
            <a:extLst>
              <a:ext uri="{FF2B5EF4-FFF2-40B4-BE49-F238E27FC236}">
                <a16:creationId xmlns:a16="http://schemas.microsoft.com/office/drawing/2014/main" id="{31561808-D3EA-42DE-AACF-7FE716DB2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85800"/>
            <a:ext cx="4648200" cy="285591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9" name="Text Box 5">
            <a:extLst>
              <a:ext uri="{FF2B5EF4-FFF2-40B4-BE49-F238E27FC236}">
                <a16:creationId xmlns:a16="http://schemas.microsoft.com/office/drawing/2014/main" id="{6A9A4ED3-BE14-4EA7-88B6-70C20075B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962400"/>
            <a:ext cx="3911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5.  Find the shortest </a:t>
            </a:r>
            <a:r>
              <a:rPr lang="en-US" altLang="en-US" sz="1200" u="sng" dirty="0"/>
              <a:t>distance</a:t>
            </a:r>
            <a:r>
              <a:rPr lang="en-US" altLang="en-US" sz="1200" dirty="0"/>
              <a:t> from Atlanta to every other city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A1785B-4A80-AB69-70E2-14DE15DB5CEA}"/>
              </a:ext>
            </a:extLst>
          </p:cNvPr>
          <p:cNvSpPr txBox="1"/>
          <p:nvPr/>
        </p:nvSpPr>
        <p:spPr>
          <a:xfrm>
            <a:off x="228600" y="4237038"/>
            <a:ext cx="609808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Atlanta to Houston: Atlanta -&gt; Houston. Total Cost: 800</a:t>
            </a:r>
          </a:p>
          <a:p>
            <a:r>
              <a:rPr lang="en-US" sz="1400" dirty="0"/>
              <a:t>Atlanta to Washington: Atlanta -&gt; Washington. Total Cost: 600</a:t>
            </a:r>
          </a:p>
          <a:p>
            <a:r>
              <a:rPr lang="en-US" sz="1400" dirty="0"/>
              <a:t>Atlanta to Dallas: Atlanta -&gt; Washington -&gt; Dallas. Total Cost: 1900</a:t>
            </a:r>
          </a:p>
          <a:p>
            <a:r>
              <a:rPr lang="en-US" sz="1400" dirty="0"/>
              <a:t>Atlanta to Austin: Atlanta -&gt; Washington -&gt; Dallas -&gt; Austin. Total Cost: 2100</a:t>
            </a:r>
          </a:p>
          <a:p>
            <a:r>
              <a:rPr lang="en-US" sz="1400" dirty="0"/>
              <a:t>Atlanta to Denver: Atlanta -&gt; Washington -&gt; Dallas -&gt; Denver. Total Cost: 2680</a:t>
            </a:r>
          </a:p>
          <a:p>
            <a:r>
              <a:rPr lang="en-US" sz="1400" dirty="0"/>
              <a:t>Atlanta to Chicago: Atlanta -&gt; Washington -&gt; Dallas -&gt; Chicago. Total Cost: 2800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5">
            <a:extLst>
              <a:ext uri="{FF2B5EF4-FFF2-40B4-BE49-F238E27FC236}">
                <a16:creationId xmlns:a16="http://schemas.microsoft.com/office/drawing/2014/main" id="{173F8752-B146-46CD-B46E-CFF49491B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09600"/>
            <a:ext cx="494244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6.  Find the minimal spanning tree using Prim’s algorithm. Use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	0 as the source vertex .  Show the steps.</a:t>
            </a:r>
          </a:p>
        </p:txBody>
      </p:sp>
      <p:pic>
        <p:nvPicPr>
          <p:cNvPr id="2051" name="Picture 5">
            <a:extLst>
              <a:ext uri="{FF2B5EF4-FFF2-40B4-BE49-F238E27FC236}">
                <a16:creationId xmlns:a16="http://schemas.microsoft.com/office/drawing/2014/main" id="{46AC5A2B-1B00-4434-8F50-20AAD41C6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0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E01A3A-FFB0-2F39-4538-19E85D72F346}"/>
              </a:ext>
            </a:extLst>
          </p:cNvPr>
          <p:cNvSpPr txBox="1"/>
          <p:nvPr/>
        </p:nvSpPr>
        <p:spPr>
          <a:xfrm>
            <a:off x="0" y="3723276"/>
            <a:ext cx="6857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Starting at 0. Compare edge costs of vertex 0. The edge connects that vertexes 0 to 2 cost the least. Add Vertex 2 to set {0, 2}. Compare edge costs of vertexes 0 and 2. The edge connects that vertexes 2 to 5 cost the least. Add Vertex 5 to set {0, 2, 5}. Compare edge costs of vertexes 0, 2, and 5. The edge connects that vertexes 5 to 1 cost the least. Add Vertex 1 to set {0, 2, 5, 1}. Compare edge costs of vertexes 0, 2, 5, and 1. The edge connects that vertexes 5 to 4 cost the least. Add Vertex 4 to set {0, 2, 5, 1, 4}. Compare edge costs of vertexes 0, 2, 5, 1, and 4. The edge connects that vertexes 1 to 3 cost the least. Add Vertex 3 to set {0, 2, 5, 1, 4, 3}. All vertexes are in the set. Finished.</a:t>
            </a: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763FA178-D060-FA16-FB6F-5E9D039D6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391" y="5990596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2FB4E64-05DC-2264-BAE7-F9A03C72733A}"/>
              </a:ext>
            </a:extLst>
          </p:cNvPr>
          <p:cNvSpPr/>
          <p:nvPr/>
        </p:nvSpPr>
        <p:spPr bwMode="auto">
          <a:xfrm>
            <a:off x="1189848" y="7620000"/>
            <a:ext cx="7620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3572AE-9EC2-64A1-1494-807987F45B27}"/>
              </a:ext>
            </a:extLst>
          </p:cNvPr>
          <p:cNvSpPr/>
          <p:nvPr/>
        </p:nvSpPr>
        <p:spPr bwMode="auto">
          <a:xfrm>
            <a:off x="2317230" y="7620000"/>
            <a:ext cx="630865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497DCD-36AB-6DFD-DD11-7758B6155DC6}"/>
              </a:ext>
            </a:extLst>
          </p:cNvPr>
          <p:cNvSpPr/>
          <p:nvPr/>
        </p:nvSpPr>
        <p:spPr bwMode="auto">
          <a:xfrm>
            <a:off x="1205797" y="5990596"/>
            <a:ext cx="1831238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3">
            <a:extLst>
              <a:ext uri="{FF2B5EF4-FFF2-40B4-BE49-F238E27FC236}">
                <a16:creationId xmlns:a16="http://schemas.microsoft.com/office/drawing/2014/main" id="{00A92C8E-6175-4482-94F6-9AEE58F15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838200"/>
            <a:ext cx="634885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sz="1800" dirty="0"/>
              <a:t>7.  Find the minimal spanning tree using Kruskal’s algorithm.</a:t>
            </a:r>
          </a:p>
          <a:p>
            <a:pPr eaLnBrk="1" hangingPunct="1">
              <a:defRPr/>
            </a:pPr>
            <a:r>
              <a:rPr lang="en-US" sz="1800" dirty="0"/>
              <a:t>Show the weights in order and the steps.</a:t>
            </a:r>
          </a:p>
        </p:txBody>
      </p:sp>
      <p:sp>
        <p:nvSpPr>
          <p:cNvPr id="3075" name="Rectangle 4">
            <a:extLst>
              <a:ext uri="{FF2B5EF4-FFF2-40B4-BE49-F238E27FC236}">
                <a16:creationId xmlns:a16="http://schemas.microsoft.com/office/drawing/2014/main" id="{E71DD7EA-C580-43B3-BC05-FA24AC85E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4800600"/>
            <a:ext cx="2571750" cy="2857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6" name="Rectangle 5">
            <a:extLst>
              <a:ext uri="{FF2B5EF4-FFF2-40B4-BE49-F238E27FC236}">
                <a16:creationId xmlns:a16="http://schemas.microsoft.com/office/drawing/2014/main" id="{5A054E60-1451-4BFE-A023-A4DF0B7F1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25479"/>
            <a:ext cx="2228850" cy="2171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 dirty="0"/>
          </a:p>
        </p:txBody>
      </p:sp>
      <p:sp>
        <p:nvSpPr>
          <p:cNvPr id="3077" name="Rectangle 6">
            <a:extLst>
              <a:ext uri="{FF2B5EF4-FFF2-40B4-BE49-F238E27FC236}">
                <a16:creationId xmlns:a16="http://schemas.microsoft.com/office/drawing/2014/main" id="{D4108B9B-143E-4D5F-B2C5-7B979A64B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0" y="2743200"/>
            <a:ext cx="2114550" cy="20002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8" name="Rectangle 7">
            <a:extLst>
              <a:ext uri="{FF2B5EF4-FFF2-40B4-BE49-F238E27FC236}">
                <a16:creationId xmlns:a16="http://schemas.microsoft.com/office/drawing/2014/main" id="{2C2C5CBD-8904-410A-901D-4499337BD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0" y="4572000"/>
            <a:ext cx="24003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9" name="Rectangle 8">
            <a:extLst>
              <a:ext uri="{FF2B5EF4-FFF2-40B4-BE49-F238E27FC236}">
                <a16:creationId xmlns:a16="http://schemas.microsoft.com/office/drawing/2014/main" id="{4FDBE91F-B50C-4798-9349-2A662252E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2743200"/>
            <a:ext cx="2343150" cy="171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pic>
        <p:nvPicPr>
          <p:cNvPr id="3080" name="Picture 5">
            <a:extLst>
              <a:ext uri="{FF2B5EF4-FFF2-40B4-BE49-F238E27FC236}">
                <a16:creationId xmlns:a16="http://schemas.microsoft.com/office/drawing/2014/main" id="{C44D3F9C-B06C-4D17-8564-DC283D6A4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00200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03FE3E-46D0-19F2-C3FB-DC9E2886B897}"/>
              </a:ext>
            </a:extLst>
          </p:cNvPr>
          <p:cNvSpPr txBox="1"/>
          <p:nvPr/>
        </p:nvSpPr>
        <p:spPr>
          <a:xfrm>
            <a:off x="1" y="4132361"/>
            <a:ext cx="6858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Find the edge that cost the least. So, the edge connecting vertexes 2 and 5. Add vertexes 2 and 5 {2, 5}. Find the next edge that cost the least. So, the edge connecting vertexes 5 and 1. Add vertex 1 since 5 is already in the set {2, 5, 1}. Find the next edge that cost the least. So, the edge connecting vertexes 5 and 4. Add vertex 4 since 5 is already in the set {2, 5, 1, 4}. Find the next edge that cost the least. So, the edge connecting vertexes 2 and 0. Add vertex 0 since 2 is already in the set {2, 5, 1, 4, 0}. Find the next edge that cost the least. So, the edge connecting vertexes 1 and 3. Add vertex 3 since 1 is already in the set {2, 5, 1, 4, 0, 1}. All vertexes are in the set. Finished.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1657E3DE-8FFC-4BC9-1FAE-AA2A08668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391" y="5990596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F173243-E337-2088-340D-9FE3E0A68F03}"/>
              </a:ext>
            </a:extLst>
          </p:cNvPr>
          <p:cNvSpPr/>
          <p:nvPr/>
        </p:nvSpPr>
        <p:spPr bwMode="auto">
          <a:xfrm>
            <a:off x="1189848" y="7620000"/>
            <a:ext cx="7620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49583E-F066-6818-7D7C-D49B9D5FE0A4}"/>
              </a:ext>
            </a:extLst>
          </p:cNvPr>
          <p:cNvSpPr/>
          <p:nvPr/>
        </p:nvSpPr>
        <p:spPr bwMode="auto">
          <a:xfrm>
            <a:off x="2317230" y="7620000"/>
            <a:ext cx="630865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414FBA-FF2A-DB63-2631-1734EA1CF911}"/>
              </a:ext>
            </a:extLst>
          </p:cNvPr>
          <p:cNvSpPr/>
          <p:nvPr/>
        </p:nvSpPr>
        <p:spPr bwMode="auto">
          <a:xfrm>
            <a:off x="1205797" y="5990596"/>
            <a:ext cx="1831238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4" descr="08">
            <a:extLst>
              <a:ext uri="{FF2B5EF4-FFF2-40B4-BE49-F238E27FC236}">
                <a16:creationId xmlns:a16="http://schemas.microsoft.com/office/drawing/2014/main" id="{8C139698-8935-4237-9D08-07DB6B3B1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0"/>
            <a:ext cx="5715000" cy="3564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5">
            <a:extLst>
              <a:ext uri="{FF2B5EF4-FFF2-40B4-BE49-F238E27FC236}">
                <a16:creationId xmlns:a16="http://schemas.microsoft.com/office/drawing/2014/main" id="{8D0E32BB-9F2D-4736-AA1F-A3FD6F876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62000"/>
            <a:ext cx="552273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8.  Find the minimal spanning tree using the algorithm you prefer. Use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	Minneapolis/St. Paul as the source vertex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F403D7-9ECF-3FF5-3C8E-066067762254}"/>
              </a:ext>
            </a:extLst>
          </p:cNvPr>
          <p:cNvSpPr txBox="1"/>
          <p:nvPr/>
        </p:nvSpPr>
        <p:spPr>
          <a:xfrm>
            <a:off x="0" y="5342900"/>
            <a:ext cx="68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{(Minneapolis/St. Paul, Des Moines), (Minneapolis/St. Paul, Madison), (Madison, Milwaukee), (Milwaukee, Chicago), (Chicago, St. Louis), (Chicago, Detroit)}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5">
            <a:extLst>
              <a:ext uri="{FF2B5EF4-FFF2-40B4-BE49-F238E27FC236}">
                <a16:creationId xmlns:a16="http://schemas.microsoft.com/office/drawing/2014/main" id="{80443669-B4DB-4504-ACF5-BCC233134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85800"/>
            <a:ext cx="613821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9. List the nodes of the graph in a breadth first topological ordering.  Show the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     steps using arrays predCount, topologicalOrder and a queue</a:t>
            </a:r>
          </a:p>
        </p:txBody>
      </p:sp>
      <p:sp>
        <p:nvSpPr>
          <p:cNvPr id="5127" name="Rectangle 10">
            <a:extLst>
              <a:ext uri="{FF2B5EF4-FFF2-40B4-BE49-F238E27FC236}">
                <a16:creationId xmlns:a16="http://schemas.microsoft.com/office/drawing/2014/main" id="{C6B0D4E7-088E-4AFF-8702-57CBB2E7E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04800"/>
            <a:ext cx="257175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CAFEBF-6A63-4870-9BDF-00EB301F6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524000"/>
            <a:ext cx="3962400" cy="249247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1B56299-62D9-6197-AFD3-0F3139D90AD4}"/>
              </a:ext>
            </a:extLst>
          </p:cNvPr>
          <p:cNvSpPr txBox="1"/>
          <p:nvPr/>
        </p:nvSpPr>
        <p:spPr>
          <a:xfrm>
            <a:off x="-1" y="3979263"/>
            <a:ext cx="6858001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predCount</a:t>
            </a:r>
            <a:r>
              <a:rPr lang="en-US" sz="1400" dirty="0"/>
              <a:t> array: {0, 1, 1, 3, 3, 2, 2, 0, 2, 2} Queue vertexes with 0 </a:t>
            </a:r>
            <a:r>
              <a:rPr lang="en-US" sz="1400" dirty="0" err="1"/>
              <a:t>predCount</a:t>
            </a:r>
            <a:r>
              <a:rPr lang="en-US" sz="1400" dirty="0"/>
              <a:t>. So, vertexes 0 and 7. Queue: [0, 7]. Add vertex 0 to order and update its neighbors. </a:t>
            </a:r>
            <a:r>
              <a:rPr lang="en-US" sz="1400" dirty="0" err="1"/>
              <a:t>topologicalOrder</a:t>
            </a:r>
            <a:r>
              <a:rPr lang="en-US" sz="1400" dirty="0"/>
              <a:t>: [0] </a:t>
            </a:r>
            <a:r>
              <a:rPr lang="en-US" sz="1400" dirty="0" err="1"/>
              <a:t>predCount</a:t>
            </a:r>
            <a:r>
              <a:rPr lang="en-US" sz="1400" dirty="0"/>
              <a:t> array: {0, 0, 1, 3, 3, 1, 2, 0, 2, 2}. Queue vertexes with 0 </a:t>
            </a:r>
            <a:r>
              <a:rPr lang="en-US" sz="1400" dirty="0" err="1"/>
              <a:t>predCount</a:t>
            </a:r>
            <a:r>
              <a:rPr lang="en-US" sz="1400" dirty="0"/>
              <a:t>. So, vertex 1 since 7 is in queue and 0 has been processed. Queue: [7, 1]. Add vertex 7 to order and update its neighbors. </a:t>
            </a:r>
            <a:r>
              <a:rPr lang="en-US" sz="1400" dirty="0" err="1"/>
              <a:t>topologicalOrder</a:t>
            </a:r>
            <a:r>
              <a:rPr lang="en-US" sz="1400" dirty="0"/>
              <a:t>: [0, 7] </a:t>
            </a:r>
            <a:r>
              <a:rPr lang="en-US" sz="1400" dirty="0" err="1"/>
              <a:t>predCount</a:t>
            </a:r>
            <a:r>
              <a:rPr lang="en-US" sz="1400" dirty="0"/>
              <a:t> array: {0, 0, 1, 3, 2, 1, 1, 0, 2, 1}. No new vertex has 0 </a:t>
            </a:r>
            <a:r>
              <a:rPr lang="en-US" sz="1400" dirty="0" err="1"/>
              <a:t>predCount</a:t>
            </a:r>
            <a:r>
              <a:rPr lang="en-US" sz="1400" dirty="0"/>
              <a:t>. Queue: [1]. Add vertex 1 to order and update its neighbors. </a:t>
            </a:r>
            <a:r>
              <a:rPr lang="en-US" sz="1400" dirty="0" err="1"/>
              <a:t>topologicalOrder</a:t>
            </a:r>
            <a:r>
              <a:rPr lang="en-US" sz="1400" dirty="0"/>
              <a:t>: [0, 7, 1] </a:t>
            </a:r>
            <a:r>
              <a:rPr lang="en-US" sz="1400" dirty="0" err="1"/>
              <a:t>predCount</a:t>
            </a:r>
            <a:r>
              <a:rPr lang="en-US" sz="1400" dirty="0"/>
              <a:t> array: {0, 0, 0, 1, 1, 0, 0, 0, 2, 1}. Queue vertexes with 0 </a:t>
            </a:r>
            <a:r>
              <a:rPr lang="en-US" sz="1400" dirty="0" err="1"/>
              <a:t>predCount</a:t>
            </a:r>
            <a:r>
              <a:rPr lang="en-US" sz="1400" dirty="0"/>
              <a:t>. So, vertexes 2, 5, 6. Queue: [2, 5, 6]. Add vertex 2 to order and update its neighbors. </a:t>
            </a:r>
            <a:r>
              <a:rPr lang="en-US" sz="1400" dirty="0" err="1"/>
              <a:t>topologicalOrder</a:t>
            </a:r>
            <a:r>
              <a:rPr lang="en-US" sz="1400" dirty="0"/>
              <a:t>: [0, 7, 1, 2] </a:t>
            </a:r>
            <a:r>
              <a:rPr lang="en-US" sz="1400" dirty="0" err="1"/>
              <a:t>predCount</a:t>
            </a:r>
            <a:r>
              <a:rPr lang="en-US" sz="1400" dirty="0"/>
              <a:t> array: {0, 0, 0, 1, 0, 0, 0, 0, 2, 1}. Queue vertexes with 0 </a:t>
            </a:r>
            <a:r>
              <a:rPr lang="en-US" sz="1400" dirty="0" err="1"/>
              <a:t>predCount</a:t>
            </a:r>
            <a:r>
              <a:rPr lang="en-US" sz="1400" dirty="0"/>
              <a:t>. So, vertex 4. Queue: [5, 6, 4]. Add vertex 5 to order and update its neighbors. </a:t>
            </a:r>
            <a:r>
              <a:rPr lang="en-US" sz="1400" dirty="0" err="1"/>
              <a:t>topologicalOrder</a:t>
            </a:r>
            <a:r>
              <a:rPr lang="en-US" sz="1400" dirty="0"/>
              <a:t>: [0, 7, 1, 2, 5] </a:t>
            </a:r>
            <a:r>
              <a:rPr lang="en-US" sz="1400" dirty="0" err="1"/>
              <a:t>predCount</a:t>
            </a:r>
            <a:r>
              <a:rPr lang="en-US" sz="1400" dirty="0"/>
              <a:t> array: {0, 0, 0, 1, 0, 0, 0, 0, 1, 1}. No new vertex has 0 </a:t>
            </a:r>
            <a:r>
              <a:rPr lang="en-US" sz="1400" dirty="0" err="1"/>
              <a:t>predCount</a:t>
            </a:r>
            <a:r>
              <a:rPr lang="en-US" sz="1400" dirty="0"/>
              <a:t>. Queue: [6, 4]. Add vertex 6 to order and update its neighbors. </a:t>
            </a:r>
            <a:r>
              <a:rPr lang="en-US" sz="1400" dirty="0" err="1"/>
              <a:t>topologicalOrder</a:t>
            </a:r>
            <a:r>
              <a:rPr lang="en-US" sz="1400" dirty="0"/>
              <a:t>: [0, 7, 1, 2, 5, 6] </a:t>
            </a:r>
            <a:r>
              <a:rPr lang="en-US" sz="1400" dirty="0" err="1"/>
              <a:t>predCount</a:t>
            </a:r>
            <a:r>
              <a:rPr lang="en-US" sz="1400" dirty="0"/>
              <a:t> array: {0, 0, 0, 0, 0, 0, 0, 0, 0, 1}. Queue vertexes with 0 </a:t>
            </a:r>
            <a:r>
              <a:rPr lang="en-US" sz="1400" dirty="0" err="1"/>
              <a:t>predCount</a:t>
            </a:r>
            <a:r>
              <a:rPr lang="en-US" sz="1400" dirty="0"/>
              <a:t>. So, vertexes 3 and 8. Queue: [4, 3, 8]. Add vertex 4 to order and update its neighbors. </a:t>
            </a:r>
            <a:r>
              <a:rPr lang="en-US" sz="1400" dirty="0" err="1"/>
              <a:t>topologicalOrder</a:t>
            </a:r>
            <a:r>
              <a:rPr lang="en-US" sz="1400" dirty="0"/>
              <a:t>: [0, 7, 1, 2, 5, 6, 4] </a:t>
            </a:r>
            <a:r>
              <a:rPr lang="en-US" sz="1400" dirty="0" err="1"/>
              <a:t>predCount</a:t>
            </a:r>
            <a:r>
              <a:rPr lang="en-US" sz="1400" dirty="0"/>
              <a:t> array: {0, 0, 0, 0, 0, 0, 0, 0, 0, 1}. No new vertex has 0 </a:t>
            </a:r>
            <a:r>
              <a:rPr lang="en-US" sz="1400" dirty="0" err="1"/>
              <a:t>predCount</a:t>
            </a:r>
            <a:r>
              <a:rPr lang="en-US" sz="1400" dirty="0"/>
              <a:t>. Queue: [3, 8]. Add vertex 3 to order and update its neighbors. </a:t>
            </a:r>
            <a:r>
              <a:rPr lang="en-US" sz="1400" dirty="0" err="1"/>
              <a:t>topologicalOrder</a:t>
            </a:r>
            <a:r>
              <a:rPr lang="en-US" sz="1400" dirty="0"/>
              <a:t>: [0, 7, 1, 2, 5, 6, 4, 3] </a:t>
            </a:r>
            <a:r>
              <a:rPr lang="en-US" sz="1400" dirty="0" err="1"/>
              <a:t>predCount</a:t>
            </a:r>
            <a:r>
              <a:rPr lang="en-US" sz="1400" dirty="0"/>
              <a:t> array: {0, 0, 0, 0, 0, 0, 0, 0, 0, 1}. No new vertex has 0 </a:t>
            </a:r>
            <a:r>
              <a:rPr lang="en-US" sz="1400" dirty="0" err="1"/>
              <a:t>predCount</a:t>
            </a:r>
            <a:r>
              <a:rPr lang="en-US" sz="1400" dirty="0"/>
              <a:t>. Queue: [8]. Add vertex 8 to order and update its neighbors. </a:t>
            </a:r>
            <a:r>
              <a:rPr lang="en-US" sz="1400" dirty="0" err="1"/>
              <a:t>topologicalOrder</a:t>
            </a:r>
            <a:r>
              <a:rPr lang="en-US" sz="1400" dirty="0"/>
              <a:t>: [0, 7, 1, 2, 5, 6, 4, 3, 8] </a:t>
            </a:r>
            <a:r>
              <a:rPr lang="en-US" sz="1400" dirty="0" err="1"/>
              <a:t>predCount</a:t>
            </a:r>
            <a:r>
              <a:rPr lang="en-US" sz="1400" dirty="0"/>
              <a:t> array: {0, 0, 0, 0, 0, 0, 0, 0, 0, 0}. Queue vertexes with 0 </a:t>
            </a:r>
            <a:r>
              <a:rPr lang="en-US" sz="1400" dirty="0" err="1"/>
              <a:t>predCount</a:t>
            </a:r>
            <a:r>
              <a:rPr lang="en-US" sz="1400" dirty="0"/>
              <a:t>. So, vertex9. Queue: [9]. Add vertex 9 to order. </a:t>
            </a:r>
            <a:r>
              <a:rPr lang="en-US" sz="1400" dirty="0" err="1"/>
              <a:t>topologicalOrder</a:t>
            </a:r>
            <a:r>
              <a:rPr lang="en-US" sz="1400" dirty="0"/>
              <a:t>: [0, 7, 1, 2, 5, 6, 4, 3, 8, 9].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4" descr="08">
            <a:extLst>
              <a:ext uri="{FF2B5EF4-FFF2-40B4-BE49-F238E27FC236}">
                <a16:creationId xmlns:a16="http://schemas.microsoft.com/office/drawing/2014/main" id="{9FE784F9-D9A7-4F7B-AD49-6C3E9EEF2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19200"/>
            <a:ext cx="57150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Rectangle 5">
            <a:extLst>
              <a:ext uri="{FF2B5EF4-FFF2-40B4-BE49-F238E27FC236}">
                <a16:creationId xmlns:a16="http://schemas.microsoft.com/office/drawing/2014/main" id="{FF2496EF-C9B8-49EF-A543-7502752AC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09600"/>
            <a:ext cx="541686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10. List the nodes of the graph in a breadth first topological ordering.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6C815A-0FD3-B36A-5B3A-2A6B2A824FBA}"/>
              </a:ext>
            </a:extLst>
          </p:cNvPr>
          <p:cNvSpPr txBox="1"/>
          <p:nvPr/>
        </p:nvSpPr>
        <p:spPr>
          <a:xfrm>
            <a:off x="0" y="4260679"/>
            <a:ext cx="68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Discrete Math, Programming 1, Programming 2, Computer Organization, Algorithms, High-Level Languages, Operating Systems, Theory of Computation, Senior Seminar, Compilers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136109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1729</Words>
  <Application>Microsoft Macintosh PowerPoint</Application>
  <PresentationFormat>On-screen Show (4:3)</PresentationFormat>
  <Paragraphs>121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Times New Roman</vt:lpstr>
      <vt:lpstr>Default Design</vt:lpstr>
      <vt:lpstr>Microsoft Word 97 - 2004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Joe Wisniewski</dc:creator>
  <cp:lastModifiedBy>Le, Thien</cp:lastModifiedBy>
  <cp:revision>16</cp:revision>
  <cp:lastPrinted>2018-11-12T14:09:18Z</cp:lastPrinted>
  <dcterms:created xsi:type="dcterms:W3CDTF">2003-11-20T06:12:01Z</dcterms:created>
  <dcterms:modified xsi:type="dcterms:W3CDTF">2026-04-20T02:24:05Z</dcterms:modified>
</cp:coreProperties>
</file>