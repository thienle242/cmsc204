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7077075" cy="93837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1447C8-E8D3-DE4C-B3F9-F24E065D8C1B}" v="4" dt="2026-04-20T00:06:45.8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57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23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, Thien" userId="214ad2a5-3686-468a-93c7-ccb2955282f0" providerId="ADAL" clId="{A7CF7585-9445-5B4A-B2BF-D1B90327593F}"/>
    <pc:docChg chg="modSld">
      <pc:chgData name="Le, Thien" userId="214ad2a5-3686-468a-93c7-ccb2955282f0" providerId="ADAL" clId="{A7CF7585-9445-5B4A-B2BF-D1B90327593F}" dt="2026-04-20T00:06:47.705" v="13" actId="1076"/>
      <pc:docMkLst>
        <pc:docMk/>
      </pc:docMkLst>
      <pc:sldChg chg="addSp modSp mod">
        <pc:chgData name="Le, Thien" userId="214ad2a5-3686-468a-93c7-ccb2955282f0" providerId="ADAL" clId="{A7CF7585-9445-5B4A-B2BF-D1B90327593F}" dt="2026-04-20T00:06:47.705" v="13" actId="1076"/>
        <pc:sldMkLst>
          <pc:docMk/>
          <pc:sldMk cId="0" sldId="258"/>
        </pc:sldMkLst>
        <pc:spChg chg="add mod">
          <ac:chgData name="Le, Thien" userId="214ad2a5-3686-468a-93c7-ccb2955282f0" providerId="ADAL" clId="{A7CF7585-9445-5B4A-B2BF-D1B90327593F}" dt="2026-04-20T00:06:18.725" v="5" actId="1076"/>
          <ac:spMkLst>
            <pc:docMk/>
            <pc:sldMk cId="0" sldId="258"/>
            <ac:spMk id="9" creationId="{2AACC794-2F4F-C04C-1A7A-CF687400392F}"/>
          </ac:spMkLst>
        </pc:spChg>
        <pc:spChg chg="add mod">
          <ac:chgData name="Le, Thien" userId="214ad2a5-3686-468a-93c7-ccb2955282f0" providerId="ADAL" clId="{A7CF7585-9445-5B4A-B2BF-D1B90327593F}" dt="2026-04-20T00:06:16.362" v="4" actId="1076"/>
          <ac:spMkLst>
            <pc:docMk/>
            <pc:sldMk cId="0" sldId="258"/>
            <ac:spMk id="10" creationId="{12DA961A-268D-26C1-607F-2DF089E412DA}"/>
          </ac:spMkLst>
        </pc:spChg>
        <pc:spChg chg="add mod">
          <ac:chgData name="Le, Thien" userId="214ad2a5-3686-468a-93c7-ccb2955282f0" providerId="ADAL" clId="{A7CF7585-9445-5B4A-B2BF-D1B90327593F}" dt="2026-04-20T00:06:34.214" v="9" actId="1076"/>
          <ac:spMkLst>
            <pc:docMk/>
            <pc:sldMk cId="0" sldId="258"/>
            <ac:spMk id="11" creationId="{E4F66C12-CF89-4244-408A-CB96E4D9240C}"/>
          </ac:spMkLst>
        </pc:spChg>
        <pc:spChg chg="add mod">
          <ac:chgData name="Le, Thien" userId="214ad2a5-3686-468a-93c7-ccb2955282f0" providerId="ADAL" clId="{A7CF7585-9445-5B4A-B2BF-D1B90327593F}" dt="2026-04-20T00:06:47.705" v="13" actId="1076"/>
          <ac:spMkLst>
            <pc:docMk/>
            <pc:sldMk cId="0" sldId="258"/>
            <ac:spMk id="12" creationId="{79BE1AE0-6805-F2EF-6F93-6D5E0E1C3852}"/>
          </ac:spMkLst>
        </pc:spChg>
        <pc:spChg chg="mod">
          <ac:chgData name="Le, Thien" userId="214ad2a5-3686-468a-93c7-ccb2955282f0" providerId="ADAL" clId="{A7CF7585-9445-5B4A-B2BF-D1B90327593F}" dt="2026-04-20T00:06:29.632" v="6" actId="20577"/>
          <ac:spMkLst>
            <pc:docMk/>
            <pc:sldMk cId="0" sldId="258"/>
            <ac:spMk id="4115" creationId="{00000000-0000-0000-0000-000000000000}"/>
          </ac:spMkLst>
        </pc:spChg>
        <pc:spChg chg="mod">
          <ac:chgData name="Le, Thien" userId="214ad2a5-3686-468a-93c7-ccb2955282f0" providerId="ADAL" clId="{A7CF7585-9445-5B4A-B2BF-D1B90327593F}" dt="2026-04-20T00:06:45.225" v="10" actId="20577"/>
          <ac:spMkLst>
            <pc:docMk/>
            <pc:sldMk cId="0" sldId="258"/>
            <ac:spMk id="411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85FD9-73E9-4662-9A33-270BCE8599E1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73163"/>
            <a:ext cx="4222750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C6905-A04E-4DF0-BF9D-602143EC7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4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905-A04E-4DF0-BF9D-602143EC72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03ADC-0F47-419C-AAED-91253E08EC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06C1A-0C60-4C07-9E24-AA09C8B6F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20F82-A768-453F-9EBC-6C1D8D032E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8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EBD60-92F9-4B29-A0D0-A0E4F19FE5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50E7B-9AB3-406A-BE8B-DC70624F3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2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1E95D-30B2-4194-B072-33CCF3D79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1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FFB1A-FAB0-4FE0-8EB8-137A11E51D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B0E49-64D1-49C2-A47E-82DB7F917D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81EEC-A6AC-44E9-8A45-9F761CC85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1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38EC4-7770-4315-A5CF-F36381F00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3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AE1A-FA38-4446-94A9-A86D302115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2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13F70CE-0AF4-42C0-91B5-57BC817BE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277585" y="203880"/>
            <a:ext cx="83439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1.  Given the following key values,  show what the data structures would look like after insertions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           27 53 13 10 138 109 49 174 26 24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(no preprocessing necessary:  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baseline="-25000" dirty="0"/>
              <a:t> </a:t>
            </a:r>
            <a:r>
              <a:rPr lang="en-US" sz="1600" dirty="0"/>
              <a:t>= key)</a:t>
            </a:r>
          </a:p>
        </p:txBody>
      </p:sp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3048000" y="-80963"/>
            <a:ext cx="176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Hashing Lab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30200" y="1016905"/>
            <a:ext cx="4708340" cy="403187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Tx/>
              <a:buAutoNum type="alphaLcPeriod"/>
              <a:defRPr/>
            </a:pPr>
            <a:r>
              <a:rPr lang="en-US" sz="1600" dirty="0"/>
              <a:t>Linear array of 10 elements using division hashing</a:t>
            </a:r>
          </a:p>
          <a:p>
            <a:pPr>
              <a:defRPr/>
            </a:pPr>
            <a:r>
              <a:rPr lang="en-US" sz="1600" dirty="0"/>
              <a:t>and the linear-quotient collision path algorithm</a:t>
            </a:r>
          </a:p>
          <a:p>
            <a:pPr>
              <a:defRPr/>
            </a:pPr>
            <a:r>
              <a:rPr lang="en-US" sz="1600" dirty="0"/>
              <a:t>N = 13, 4k+3 prime = </a:t>
            </a:r>
            <a:r>
              <a:rPr lang="en-US" sz="1600" b="1" dirty="0"/>
              <a:t>19</a:t>
            </a:r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r>
              <a:rPr lang="en-US" sz="1600" b="1" dirty="0" err="1"/>
              <a:t>LQHashing</a:t>
            </a:r>
            <a:r>
              <a:rPr lang="en-US" sz="1600" b="1" dirty="0"/>
              <a:t>:</a:t>
            </a:r>
          </a:p>
          <a:p>
            <a:pPr>
              <a:defRPr/>
            </a:pPr>
            <a:r>
              <a:rPr lang="en-US" sz="1600" dirty="0"/>
              <a:t>1.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</a:t>
            </a:r>
            <a:r>
              <a:rPr lang="en-US" sz="1600" dirty="0" err="1"/>
              <a:t>pk</a:t>
            </a:r>
            <a:r>
              <a:rPr lang="en-US" sz="1600" dirty="0"/>
              <a:t> % N</a:t>
            </a:r>
          </a:p>
          <a:p>
            <a:pPr>
              <a:defRPr/>
            </a:pPr>
            <a:r>
              <a:rPr lang="en-US" sz="1600" dirty="0"/>
              <a:t>2. q=</a:t>
            </a:r>
            <a:r>
              <a:rPr lang="en-US" sz="1600" dirty="0" err="1"/>
              <a:t>pk</a:t>
            </a:r>
            <a:r>
              <a:rPr lang="en-US" sz="1600" dirty="0"/>
              <a:t>/N</a:t>
            </a:r>
          </a:p>
          <a:p>
            <a:pPr>
              <a:defRPr/>
            </a:pPr>
            <a:r>
              <a:rPr lang="en-US" sz="1600" dirty="0"/>
              <a:t>    if (</a:t>
            </a:r>
            <a:r>
              <a:rPr lang="en-US" sz="1600" dirty="0" err="1"/>
              <a:t>q%N</a:t>
            </a:r>
            <a:r>
              <a:rPr lang="en-US" sz="1600" dirty="0"/>
              <a:t> != 0)</a:t>
            </a:r>
          </a:p>
          <a:p>
            <a:pPr>
              <a:defRPr/>
            </a:pPr>
            <a:r>
              <a:rPr lang="en-US" sz="1600" dirty="0"/>
              <a:t>        offset = q</a:t>
            </a:r>
          </a:p>
          <a:p>
            <a:pPr>
              <a:defRPr/>
            </a:pPr>
            <a:r>
              <a:rPr lang="en-US" sz="1600" dirty="0"/>
              <a:t>    else</a:t>
            </a:r>
          </a:p>
          <a:p>
            <a:pPr>
              <a:defRPr/>
            </a:pPr>
            <a:r>
              <a:rPr lang="en-US" sz="1600" dirty="0"/>
              <a:t>        offset = 4k+3 prime</a:t>
            </a:r>
          </a:p>
          <a:p>
            <a:pPr>
              <a:defRPr/>
            </a:pPr>
            <a:r>
              <a:rPr lang="en-US" sz="1600" dirty="0"/>
              <a:t>3. While collisions:</a:t>
            </a:r>
          </a:p>
          <a:p>
            <a:pPr>
              <a:defRPr/>
            </a:pPr>
            <a:r>
              <a:rPr lang="en-US" sz="1600" dirty="0"/>
              <a:t>        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200" baseline="30000" dirty="0"/>
              <a:t>’</a:t>
            </a:r>
            <a:r>
              <a:rPr lang="en-US" sz="1600" dirty="0"/>
              <a:t> = (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+ offset) % N</a:t>
            </a:r>
          </a:p>
          <a:p>
            <a:pPr>
              <a:defRPr/>
            </a:pPr>
            <a:r>
              <a:rPr lang="en-US" sz="1600" dirty="0"/>
              <a:t>4. Set Array[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]=key</a:t>
            </a:r>
          </a:p>
          <a:p>
            <a:pPr>
              <a:defRPr/>
            </a:pPr>
            <a:endParaRPr lang="en-US" sz="1600" dirty="0"/>
          </a:p>
          <a:p>
            <a:pPr>
              <a:defRPr/>
            </a:pPr>
            <a:endParaRPr lang="en-US" sz="1600" dirty="0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292555" y="1942419"/>
            <a:ext cx="2408238" cy="2678566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2056" name="Rectangle 29"/>
          <p:cNvSpPr>
            <a:spLocks noChangeArrowheads="1"/>
          </p:cNvSpPr>
          <p:nvPr/>
        </p:nvSpPr>
        <p:spPr bwMode="auto">
          <a:xfrm>
            <a:off x="3145532" y="1640108"/>
            <a:ext cx="1277937" cy="329112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21012" y="1923809"/>
            <a:ext cx="784626" cy="3046988"/>
            <a:chOff x="5763485" y="1746270"/>
            <a:chExt cx="784626" cy="3046988"/>
          </a:xfrm>
        </p:grpSpPr>
        <p:grpSp>
          <p:nvGrpSpPr>
            <p:cNvPr id="2058" name="Group 2"/>
            <p:cNvGrpSpPr>
              <a:grpSpLocks/>
            </p:cNvGrpSpPr>
            <p:nvPr/>
          </p:nvGrpSpPr>
          <p:grpSpPr bwMode="auto">
            <a:xfrm>
              <a:off x="6088513" y="1753437"/>
              <a:ext cx="459598" cy="2952978"/>
              <a:chOff x="5427641" y="1844409"/>
              <a:chExt cx="460133" cy="2953092"/>
            </a:xfrm>
          </p:grpSpPr>
          <p:sp>
            <p:nvSpPr>
              <p:cNvPr id="2060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</a:t>
                </a:r>
              </a:p>
            </p:txBody>
          </p:sp>
          <p:sp>
            <p:nvSpPr>
              <p:cNvPr id="2061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27</a:t>
                </a:r>
              </a:p>
            </p:txBody>
          </p:sp>
          <p:sp>
            <p:nvSpPr>
              <p:cNvPr id="2062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26</a:t>
                </a:r>
              </a:p>
            </p:txBody>
          </p:sp>
          <p:sp>
            <p:nvSpPr>
              <p:cNvPr id="2063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>
                    <a:solidFill>
                      <a:srgbClr val="FF0000"/>
                    </a:solidFill>
                  </a:rPr>
                  <a:t>109</a:t>
                </a:r>
              </a:p>
            </p:txBody>
          </p:sp>
          <p:sp>
            <p:nvSpPr>
              <p:cNvPr id="2064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2065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53</a:t>
                </a:r>
              </a:p>
            </p:txBody>
          </p:sp>
          <p:sp>
            <p:nvSpPr>
              <p:cNvPr id="2066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49</a:t>
                </a:r>
              </a:p>
            </p:txBody>
          </p:sp>
          <p:sp>
            <p:nvSpPr>
              <p:cNvPr id="2067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68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138</a:t>
                </a:r>
              </a:p>
            </p:txBody>
          </p:sp>
          <p:sp>
            <p:nvSpPr>
              <p:cNvPr id="2070" name="Rectangle 17"/>
              <p:cNvSpPr>
                <a:spLocks noChangeArrowheads="1"/>
              </p:cNvSpPr>
              <p:nvPr/>
            </p:nvSpPr>
            <p:spPr bwMode="auto">
              <a:xfrm>
                <a:off x="5427643" y="389466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72" name="Rectangle 19"/>
              <p:cNvSpPr>
                <a:spLocks noChangeArrowheads="1"/>
              </p:cNvSpPr>
              <p:nvPr/>
            </p:nvSpPr>
            <p:spPr bwMode="auto"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24</a:t>
                </a:r>
              </a:p>
            </p:txBody>
          </p:sp>
          <p:sp>
            <p:nvSpPr>
              <p:cNvPr id="89" name="Rectangle 17">
                <a:extLst>
                  <a:ext uri="{FF2B5EF4-FFF2-40B4-BE49-F238E27FC236}">
                    <a16:creationId xmlns:a16="http://schemas.microsoft.com/office/drawing/2014/main" id="{107104DF-63F5-4F80-A6B0-1B432C54E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108" name="Rectangle 17">
                <a:extLst>
                  <a:ext uri="{FF2B5EF4-FFF2-40B4-BE49-F238E27FC236}">
                    <a16:creationId xmlns:a16="http://schemas.microsoft.com/office/drawing/2014/main" id="{FC644859-110E-4ED1-933E-C4BD51B12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174</a:t>
                </a:r>
              </a:p>
            </p:txBody>
          </p:sp>
        </p:grpSp>
        <p:sp>
          <p:nvSpPr>
            <p:cNvPr id="2059" name="TextBox 27"/>
            <p:cNvSpPr txBox="1">
              <a:spLocks noChangeArrowheads="1"/>
            </p:cNvSpPr>
            <p:nvPr/>
          </p:nvSpPr>
          <p:spPr bwMode="auto">
            <a:xfrm>
              <a:off x="5763485" y="1746270"/>
              <a:ext cx="364202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12</a:t>
              </a:r>
            </a:p>
          </p:txBody>
        </p:sp>
      </p:grp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5076634" y="1004052"/>
            <a:ext cx="371567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 typeface="+mj-lt"/>
              <a:buAutoNum type="alphaLcPeriod" startAt="2"/>
              <a:defRPr/>
            </a:pPr>
            <a:r>
              <a:rPr lang="en-US" sz="1600" dirty="0"/>
              <a:t>Bucket hashing of 10 elements (N=10)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(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dirty="0"/>
              <a:t>) % N</a:t>
            </a:r>
          </a:p>
          <a:p>
            <a:pPr marL="342900" indent="-342900">
              <a:buFont typeface="+mj-lt"/>
              <a:buAutoNum type="alphaLcPeriod" startAt="2"/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</p:txBody>
      </p:sp>
      <p:sp>
        <p:nvSpPr>
          <p:cNvPr id="56" name="Rectangle 29"/>
          <p:cNvSpPr>
            <a:spLocks noChangeArrowheads="1"/>
          </p:cNvSpPr>
          <p:nvPr/>
        </p:nvSpPr>
        <p:spPr bwMode="auto">
          <a:xfrm>
            <a:off x="5226902" y="1743523"/>
            <a:ext cx="3084341" cy="27631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389336" y="2003678"/>
            <a:ext cx="690119" cy="2362185"/>
            <a:chOff x="5853253" y="1746270"/>
            <a:chExt cx="690119" cy="2362185"/>
          </a:xfrm>
        </p:grpSpPr>
        <p:grpSp>
          <p:nvGrpSpPr>
            <p:cNvPr id="35" name="Group 2"/>
            <p:cNvGrpSpPr>
              <a:grpSpLocks/>
            </p:cNvGrpSpPr>
            <p:nvPr/>
          </p:nvGrpSpPr>
          <p:grpSpPr bwMode="auto">
            <a:xfrm>
              <a:off x="6088531" y="1753437"/>
              <a:ext cx="454841" cy="2292347"/>
              <a:chOff x="5427641" y="1844409"/>
              <a:chExt cx="455369" cy="2292433"/>
            </a:xfrm>
          </p:grpSpPr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</a:t>
                </a:r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53, 13</a:t>
                </a:r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174,24</a:t>
                </a:r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3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26</a:t>
                </a:r>
              </a:p>
            </p:txBody>
          </p:sp>
          <p:sp>
            <p:nvSpPr>
              <p:cNvPr id="44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27</a:t>
                </a:r>
              </a:p>
            </p:txBody>
          </p:sp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138</a:t>
                </a:r>
              </a:p>
            </p:txBody>
          </p: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5427643" y="3910080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109,49</a:t>
                </a:r>
              </a:p>
            </p:txBody>
          </p:sp>
        </p:grpSp>
        <p:sp>
          <p:nvSpPr>
            <p:cNvPr id="36" name="TextBox 27"/>
            <p:cNvSpPr txBox="1">
              <a:spLocks noChangeArrowheads="1"/>
            </p:cNvSpPr>
            <p:nvPr/>
          </p:nvSpPr>
          <p:spPr bwMode="auto">
            <a:xfrm>
              <a:off x="5853253" y="1746270"/>
              <a:ext cx="274434" cy="2362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752600" y="1600200"/>
            <a:ext cx="4343400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/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46482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32004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096000" y="1600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752600" y="2743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3200400" y="1676400"/>
            <a:ext cx="1600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Linear array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(Length of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Collision Path +1)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724400" y="1676400"/>
            <a:ext cx="13795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Buckets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(# of elements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in  linked list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compared)</a:t>
            </a:r>
          </a:p>
        </p:txBody>
      </p:sp>
      <p:sp>
        <p:nvSpPr>
          <p:cNvPr id="4105" name="Text Box 10"/>
          <p:cNvSpPr txBox="1">
            <a:spLocks noChangeArrowheads="1"/>
          </p:cNvSpPr>
          <p:nvPr/>
        </p:nvSpPr>
        <p:spPr bwMode="auto">
          <a:xfrm>
            <a:off x="2057400" y="1676400"/>
            <a:ext cx="5254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Key</a:t>
            </a:r>
          </a:p>
        </p:txBody>
      </p:sp>
      <p:sp>
        <p:nvSpPr>
          <p:cNvPr id="4106" name="Text Box 11"/>
          <p:cNvSpPr txBox="1">
            <a:spLocks noChangeArrowheads="1"/>
          </p:cNvSpPr>
          <p:nvPr/>
        </p:nvSpPr>
        <p:spPr bwMode="auto">
          <a:xfrm>
            <a:off x="1828800" y="1219200"/>
            <a:ext cx="411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Number of comparisons to retrieve this element</a:t>
            </a:r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>
            <a:off x="1752600" y="41910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>
            <a:off x="1752600" y="3200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1752600" y="3657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1752600" y="5181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6"/>
          <p:cNvSpPr>
            <a:spLocks noChangeShapeType="1"/>
          </p:cNvSpPr>
          <p:nvPr/>
        </p:nvSpPr>
        <p:spPr bwMode="auto">
          <a:xfrm>
            <a:off x="1752600" y="4648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7"/>
          <p:cNvSpPr txBox="1">
            <a:spLocks noChangeArrowheads="1"/>
          </p:cNvSpPr>
          <p:nvPr/>
        </p:nvSpPr>
        <p:spPr bwMode="auto">
          <a:xfrm>
            <a:off x="2041525" y="2805113"/>
            <a:ext cx="21339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53		2</a:t>
            </a:r>
          </a:p>
        </p:txBody>
      </p:sp>
      <p:sp>
        <p:nvSpPr>
          <p:cNvPr id="4113" name="Text Box 18"/>
          <p:cNvSpPr txBox="1">
            <a:spLocks noChangeArrowheads="1"/>
          </p:cNvSpPr>
          <p:nvPr/>
        </p:nvSpPr>
        <p:spPr bwMode="auto">
          <a:xfrm>
            <a:off x="2041525" y="3262313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138</a:t>
            </a:r>
          </a:p>
        </p:txBody>
      </p:sp>
      <p:sp>
        <p:nvSpPr>
          <p:cNvPr id="4114" name="Text Box 19"/>
          <p:cNvSpPr txBox="1">
            <a:spLocks noChangeArrowheads="1"/>
          </p:cNvSpPr>
          <p:nvPr/>
        </p:nvSpPr>
        <p:spPr bwMode="auto">
          <a:xfrm>
            <a:off x="2041072" y="3830638"/>
            <a:ext cx="11079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109	</a:t>
            </a:r>
          </a:p>
        </p:txBody>
      </p:sp>
      <p:sp>
        <p:nvSpPr>
          <p:cNvPr id="4115" name="Text Box 20"/>
          <p:cNvSpPr txBox="1">
            <a:spLocks noChangeArrowheads="1"/>
          </p:cNvSpPr>
          <p:nvPr/>
        </p:nvSpPr>
        <p:spPr bwMode="auto">
          <a:xfrm>
            <a:off x="2057400" y="4287838"/>
            <a:ext cx="20826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49                              4 </a:t>
            </a:r>
          </a:p>
        </p:txBody>
      </p:sp>
      <p:sp>
        <p:nvSpPr>
          <p:cNvPr id="4116" name="Text Box 21"/>
          <p:cNvSpPr txBox="1">
            <a:spLocks noChangeArrowheads="1"/>
          </p:cNvSpPr>
          <p:nvPr/>
        </p:nvSpPr>
        <p:spPr bwMode="auto">
          <a:xfrm>
            <a:off x="2057400" y="4745038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174</a:t>
            </a:r>
          </a:p>
        </p:txBody>
      </p:sp>
      <p:sp>
        <p:nvSpPr>
          <p:cNvPr id="4117" name="Text Box 22"/>
          <p:cNvSpPr txBox="1">
            <a:spLocks noChangeArrowheads="1"/>
          </p:cNvSpPr>
          <p:nvPr/>
        </p:nvSpPr>
        <p:spPr bwMode="auto">
          <a:xfrm>
            <a:off x="2075316" y="5287055"/>
            <a:ext cx="21339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26		2</a:t>
            </a:r>
          </a:p>
        </p:txBody>
      </p:sp>
      <p:sp>
        <p:nvSpPr>
          <p:cNvPr id="4118" name="Text Box 23"/>
          <p:cNvSpPr txBox="1">
            <a:spLocks noChangeArrowheads="1"/>
          </p:cNvSpPr>
          <p:nvPr/>
        </p:nvSpPr>
        <p:spPr bwMode="auto">
          <a:xfrm>
            <a:off x="838200" y="457200"/>
            <a:ext cx="3319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2.  Fill in the table based on exercise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D9CE9B-4632-EB59-5438-F630FC3227D7}"/>
              </a:ext>
            </a:extLst>
          </p:cNvPr>
          <p:cNvSpPr txBox="1"/>
          <p:nvPr/>
        </p:nvSpPr>
        <p:spPr>
          <a:xfrm>
            <a:off x="5244892" y="273208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057E8-C775-C13B-A59C-9E2E2E14A7EE}"/>
              </a:ext>
            </a:extLst>
          </p:cNvPr>
          <p:cNvSpPr txBox="1"/>
          <p:nvPr/>
        </p:nvSpPr>
        <p:spPr>
          <a:xfrm>
            <a:off x="3785449" y="31741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BAC053-C94F-62CD-EFCA-0F8D224DD189}"/>
              </a:ext>
            </a:extLst>
          </p:cNvPr>
          <p:cNvSpPr txBox="1"/>
          <p:nvPr/>
        </p:nvSpPr>
        <p:spPr>
          <a:xfrm>
            <a:off x="5279023" y="319593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A6922C-968F-41ED-C0D2-F346BFCC07DC}"/>
              </a:ext>
            </a:extLst>
          </p:cNvPr>
          <p:cNvSpPr txBox="1"/>
          <p:nvPr/>
        </p:nvSpPr>
        <p:spPr>
          <a:xfrm>
            <a:off x="3754195" y="366625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AC2A8E-2343-7579-3AC0-26A0F1BF4DF4}"/>
              </a:ext>
            </a:extLst>
          </p:cNvPr>
          <p:cNvSpPr txBox="1"/>
          <p:nvPr/>
        </p:nvSpPr>
        <p:spPr>
          <a:xfrm>
            <a:off x="5222732" y="368900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ACC794-2F4F-C04C-1A7A-CF687400392F}"/>
              </a:ext>
            </a:extLst>
          </p:cNvPr>
          <p:cNvSpPr txBox="1"/>
          <p:nvPr/>
        </p:nvSpPr>
        <p:spPr>
          <a:xfrm>
            <a:off x="3752166" y="469812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DA961A-268D-26C1-607F-2DF089E412DA}"/>
              </a:ext>
            </a:extLst>
          </p:cNvPr>
          <p:cNvSpPr txBox="1"/>
          <p:nvPr/>
        </p:nvSpPr>
        <p:spPr>
          <a:xfrm>
            <a:off x="5274343" y="469850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F66C12-CF89-4244-408A-CB96E4D9240C}"/>
              </a:ext>
            </a:extLst>
          </p:cNvPr>
          <p:cNvSpPr txBox="1"/>
          <p:nvPr/>
        </p:nvSpPr>
        <p:spPr>
          <a:xfrm>
            <a:off x="5202823" y="423646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BE1AE0-6805-F2EF-6F93-6D5E0E1C3852}"/>
              </a:ext>
            </a:extLst>
          </p:cNvPr>
          <p:cNvSpPr txBox="1"/>
          <p:nvPr/>
        </p:nvSpPr>
        <p:spPr>
          <a:xfrm>
            <a:off x="5172398" y="528705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252</Words>
  <Application>Microsoft Macintosh PowerPoint</Application>
  <PresentationFormat>On-screen Show (4:3)</PresentationFormat>
  <Paragraphs>88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Default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Le, Thien</cp:lastModifiedBy>
  <cp:revision>58</cp:revision>
  <cp:lastPrinted>2015-10-07T21:36:22Z</cp:lastPrinted>
  <dcterms:created xsi:type="dcterms:W3CDTF">2003-12-08T11:02:30Z</dcterms:created>
  <dcterms:modified xsi:type="dcterms:W3CDTF">2026-04-20T00:06:52Z</dcterms:modified>
</cp:coreProperties>
</file>