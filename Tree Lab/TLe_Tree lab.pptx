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6" autoAdjust="0"/>
    <p:restoredTop sz="94694"/>
  </p:normalViewPr>
  <p:slideViewPr>
    <p:cSldViewPr>
      <p:cViewPr varScale="1">
        <p:scale>
          <a:sx n="121" d="100"/>
          <a:sy n="121" d="100"/>
        </p:scale>
        <p:origin x="17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668644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16, 34, 35, 38, 39, 41, 44, 45, 55, 63, 64, 65, 72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        45, 38, 34, 16, 35, 41, 39, 44, 65, 63, 55, 64, 72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       16, 35, 34, 39, 44, 41, 38, 55, 64, 63, 72, 65, 45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If root is level 1. Height is 4. Nodes on level 2 are 38 and 65. 	 		 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– 7 % 2 / 24 * 18 – 5 * 2 + 12</a:t>
            </a: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7 2 % - 24 / 18 5 2 * - 12 + *</a:t>
            </a:r>
          </a:p>
          <a:p>
            <a:r>
              <a:rPr lang="en-US" sz="1200" dirty="0">
                <a:latin typeface="Times New Roman" pitchFamily="18" charset="0"/>
              </a:rPr>
              <a:t>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20</a:t>
            </a: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47/24 = 39.167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0E99C-5E91-8C5B-1F35-3859C35F3128}"/>
              </a:ext>
            </a:extLst>
          </p:cNvPr>
          <p:cNvSpPr txBox="1"/>
          <p:nvPr/>
        </p:nvSpPr>
        <p:spPr>
          <a:xfrm>
            <a:off x="1676401" y="178675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BEA85-AFC6-0733-767F-DF81B9D72026}"/>
              </a:ext>
            </a:extLst>
          </p:cNvPr>
          <p:cNvSpPr txBox="1"/>
          <p:nvPr/>
        </p:nvSpPr>
        <p:spPr>
          <a:xfrm>
            <a:off x="1682169" y="208104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CE307-3050-DD90-58E8-DA7C94B0D9DF}"/>
              </a:ext>
            </a:extLst>
          </p:cNvPr>
          <p:cNvSpPr txBox="1"/>
          <p:nvPr/>
        </p:nvSpPr>
        <p:spPr>
          <a:xfrm>
            <a:off x="1562759" y="243839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3A21D-0DB9-FDA0-E89B-18A103FDB090}"/>
              </a:ext>
            </a:extLst>
          </p:cNvPr>
          <p:cNvSpPr txBox="1"/>
          <p:nvPr/>
        </p:nvSpPr>
        <p:spPr>
          <a:xfrm>
            <a:off x="1618115" y="27548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4486E-67B0-90D2-499E-320A2DC0FF94}"/>
              </a:ext>
            </a:extLst>
          </p:cNvPr>
          <p:cNvSpPr txBox="1"/>
          <p:nvPr/>
        </p:nvSpPr>
        <p:spPr>
          <a:xfrm>
            <a:off x="1487472" y="302702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CAECFA-062C-0150-AF54-8B39EB89849D}"/>
              </a:ext>
            </a:extLst>
          </p:cNvPr>
          <p:cNvSpPr txBox="1"/>
          <p:nvPr/>
        </p:nvSpPr>
        <p:spPr>
          <a:xfrm>
            <a:off x="1548082" y="334231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EA7F6-ABF9-E966-291A-F19914FCE2EC}"/>
              </a:ext>
            </a:extLst>
          </p:cNvPr>
          <p:cNvSpPr txBox="1"/>
          <p:nvPr/>
        </p:nvSpPr>
        <p:spPr>
          <a:xfrm>
            <a:off x="1596148" y="362495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BC309C-3FFA-97CB-FB47-8E71714B1CEF}"/>
              </a:ext>
            </a:extLst>
          </p:cNvPr>
          <p:cNvSpPr txBox="1"/>
          <p:nvPr/>
        </p:nvSpPr>
        <p:spPr>
          <a:xfrm>
            <a:off x="1513662" y="396029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A08DCF-5A0B-E9A7-DF68-1119FFA2C57D}"/>
              </a:ext>
            </a:extLst>
          </p:cNvPr>
          <p:cNvSpPr txBox="1"/>
          <p:nvPr/>
        </p:nvSpPr>
        <p:spPr>
          <a:xfrm>
            <a:off x="1574142" y="429988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2B0A12-6812-DC91-4B85-2B0A1FF99B8D}"/>
              </a:ext>
            </a:extLst>
          </p:cNvPr>
          <p:cNvSpPr txBox="1"/>
          <p:nvPr/>
        </p:nvSpPr>
        <p:spPr>
          <a:xfrm>
            <a:off x="1543837" y="4559409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201DD-1A85-F7E7-8027-E69D53E90C15}"/>
              </a:ext>
            </a:extLst>
          </p:cNvPr>
          <p:cNvSpPr txBox="1"/>
          <p:nvPr/>
        </p:nvSpPr>
        <p:spPr>
          <a:xfrm>
            <a:off x="1556932" y="484521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61C601-262F-3956-D663-F0F2B0C45473}"/>
              </a:ext>
            </a:extLst>
          </p:cNvPr>
          <p:cNvSpPr txBox="1"/>
          <p:nvPr/>
        </p:nvSpPr>
        <p:spPr>
          <a:xfrm>
            <a:off x="1535297" y="5172665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346B02-B68D-C356-0493-3ACACD157705}"/>
              </a:ext>
            </a:extLst>
          </p:cNvPr>
          <p:cNvSpPr txBox="1"/>
          <p:nvPr/>
        </p:nvSpPr>
        <p:spPr>
          <a:xfrm>
            <a:off x="1522845" y="550034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1E1191-B2B0-488A-BA29-1E07D1C34789}"/>
              </a:ext>
            </a:extLst>
          </p:cNvPr>
          <p:cNvSpPr txBox="1"/>
          <p:nvPr/>
        </p:nvSpPr>
        <p:spPr>
          <a:xfrm>
            <a:off x="1556932" y="575112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02A452-7C1D-4B78-3646-81F5D3DCA89B}"/>
              </a:ext>
            </a:extLst>
          </p:cNvPr>
          <p:cNvSpPr txBox="1"/>
          <p:nvPr/>
        </p:nvSpPr>
        <p:spPr>
          <a:xfrm>
            <a:off x="1608228" y="60842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144">
            <a:extLst>
              <a:ext uri="{FF2B5EF4-FFF2-40B4-BE49-F238E27FC236}">
                <a16:creationId xmlns:a16="http://schemas.microsoft.com/office/drawing/2014/main" id="{8F7C67C0-B1E8-3D12-56C5-E9BB329A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35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" name="Oval 146">
            <a:extLst>
              <a:ext uri="{FF2B5EF4-FFF2-40B4-BE49-F238E27FC236}">
                <a16:creationId xmlns:a16="http://schemas.microsoft.com/office/drawing/2014/main" id="{6D2B9D77-1D85-4846-2DFF-8F3DCD246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20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5" name="Oval 147">
            <a:extLst>
              <a:ext uri="{FF2B5EF4-FFF2-40B4-BE49-F238E27FC236}">
                <a16:creationId xmlns:a16="http://schemas.microsoft.com/office/drawing/2014/main" id="{138D7D46-18B2-1CCC-1E48-8370E9435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6" name="Oval 148">
            <a:extLst>
              <a:ext uri="{FF2B5EF4-FFF2-40B4-BE49-F238E27FC236}">
                <a16:creationId xmlns:a16="http://schemas.microsoft.com/office/drawing/2014/main" id="{08DB52C7-018C-46D4-ACC2-89F7DED49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40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7" name="Oval 149">
            <a:extLst>
              <a:ext uri="{FF2B5EF4-FFF2-40B4-BE49-F238E27FC236}">
                <a16:creationId xmlns:a16="http://schemas.microsoft.com/office/drawing/2014/main" id="{D110C950-1335-24EF-7FF2-6F3A0DBCD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855" y="4493171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8" name="Oval 150">
            <a:extLst>
              <a:ext uri="{FF2B5EF4-FFF2-40B4-BE49-F238E27FC236}">
                <a16:creationId xmlns:a16="http://schemas.microsoft.com/office/drawing/2014/main" id="{C76DDCA1-643D-FE9A-DE9E-18AEF6EA1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11" name="Line 155">
            <a:extLst>
              <a:ext uri="{FF2B5EF4-FFF2-40B4-BE49-F238E27FC236}">
                <a16:creationId xmlns:a16="http://schemas.microsoft.com/office/drawing/2014/main" id="{D4BF20A6-3CC9-3F0F-4D80-691F574E4D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56">
            <a:extLst>
              <a:ext uri="{FF2B5EF4-FFF2-40B4-BE49-F238E27FC236}">
                <a16:creationId xmlns:a16="http://schemas.microsoft.com/office/drawing/2014/main" id="{40A6FDC4-DD1E-FF1E-4C66-E8749EB8F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57">
            <a:extLst>
              <a:ext uri="{FF2B5EF4-FFF2-40B4-BE49-F238E27FC236}">
                <a16:creationId xmlns:a16="http://schemas.microsoft.com/office/drawing/2014/main" id="{A2E760CC-1EB8-EEC7-39A1-A03B55C4D7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58">
            <a:extLst>
              <a:ext uri="{FF2B5EF4-FFF2-40B4-BE49-F238E27FC236}">
                <a16:creationId xmlns:a16="http://schemas.microsoft.com/office/drawing/2014/main" id="{EDD0F47F-BB79-8824-6C8F-4163EEA6D4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59">
            <a:extLst>
              <a:ext uri="{FF2B5EF4-FFF2-40B4-BE49-F238E27FC236}">
                <a16:creationId xmlns:a16="http://schemas.microsoft.com/office/drawing/2014/main" id="{EEEB97AF-96C0-BF9E-8B7D-91CB2F6B9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038599"/>
            <a:ext cx="177818" cy="525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65">
            <a:extLst>
              <a:ext uri="{FF2B5EF4-FFF2-40B4-BE49-F238E27FC236}">
                <a16:creationId xmlns:a16="http://schemas.microsoft.com/office/drawing/2014/main" id="{88E3931A-4878-3996-0B65-92CDEE683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66">
            <a:extLst>
              <a:ext uri="{FF2B5EF4-FFF2-40B4-BE49-F238E27FC236}">
                <a16:creationId xmlns:a16="http://schemas.microsoft.com/office/drawing/2014/main" id="{0F3CB527-8F19-08BE-50F6-64E82C706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167">
            <a:extLst>
              <a:ext uri="{FF2B5EF4-FFF2-40B4-BE49-F238E27FC236}">
                <a16:creationId xmlns:a16="http://schemas.microsoft.com/office/drawing/2014/main" id="{A5C35EE7-BA9A-D2AA-8BCA-6B14FED5D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sp>
        <p:nvSpPr>
          <p:cNvPr id="22" name="Oval 148">
            <a:extLst>
              <a:ext uri="{FF2B5EF4-FFF2-40B4-BE49-F238E27FC236}">
                <a16:creationId xmlns:a16="http://schemas.microsoft.com/office/drawing/2014/main" id="{28292282-B625-88A6-A780-09659E5CC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20" y="3661342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52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23" name="Line 157">
            <a:extLst>
              <a:ext uri="{FF2B5EF4-FFF2-40B4-BE49-F238E27FC236}">
                <a16:creationId xmlns:a16="http://schemas.microsoft.com/office/drawing/2014/main" id="{CCF29346-FAD7-BE0A-DF0E-08EB4094C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4279" y="3255476"/>
            <a:ext cx="109502" cy="4571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157">
            <a:extLst>
              <a:ext uri="{FF2B5EF4-FFF2-40B4-BE49-F238E27FC236}">
                <a16:creationId xmlns:a16="http://schemas.microsoft.com/office/drawing/2014/main" id="{4BA7B624-921F-642F-0B4B-2ABF43C5E1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0399" y="4046484"/>
            <a:ext cx="609600" cy="525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149">
            <a:extLst>
              <a:ext uri="{FF2B5EF4-FFF2-40B4-BE49-F238E27FC236}">
                <a16:creationId xmlns:a16="http://schemas.microsoft.com/office/drawing/2014/main" id="{894E5F28-938C-36EC-CADB-B0DF3B847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729" y="4571999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27" name="Oval 149">
            <a:extLst>
              <a:ext uri="{FF2B5EF4-FFF2-40B4-BE49-F238E27FC236}">
                <a16:creationId xmlns:a16="http://schemas.microsoft.com/office/drawing/2014/main" id="{D38DA66F-994C-BE6F-5845-94396B612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4455" y="447165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28" name="Line 157">
            <a:extLst>
              <a:ext uri="{FF2B5EF4-FFF2-40B4-BE49-F238E27FC236}">
                <a16:creationId xmlns:a16="http://schemas.microsoft.com/office/drawing/2014/main" id="{212A43D5-F9E0-1437-65D6-2CA44FBA8C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5651" y="3964426"/>
            <a:ext cx="47240" cy="52551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Oval 149">
            <a:extLst>
              <a:ext uri="{FF2B5EF4-FFF2-40B4-BE49-F238E27FC236}">
                <a16:creationId xmlns:a16="http://schemas.microsoft.com/office/drawing/2014/main" id="{13402FCA-62D2-C0FF-15A3-A7238B03B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055" y="4378777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31" name="Line 157">
            <a:extLst>
              <a:ext uri="{FF2B5EF4-FFF2-40B4-BE49-F238E27FC236}">
                <a16:creationId xmlns:a16="http://schemas.microsoft.com/office/drawing/2014/main" id="{EB195D6F-2399-B26A-5B44-9754F5F7D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1854" y="4004443"/>
            <a:ext cx="37654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68849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486</Words>
  <Application>Microsoft Macintosh PowerPoint</Application>
  <PresentationFormat>On-screen Show (4:3)</PresentationFormat>
  <Paragraphs>139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Le, Thien</cp:lastModifiedBy>
  <cp:revision>23</cp:revision>
  <cp:lastPrinted>2016-04-12T17:35:20Z</cp:lastPrinted>
  <dcterms:created xsi:type="dcterms:W3CDTF">2006-11-01T05:42:40Z</dcterms:created>
  <dcterms:modified xsi:type="dcterms:W3CDTF">2026-04-20T00:43:05Z</dcterms:modified>
</cp:coreProperties>
</file>